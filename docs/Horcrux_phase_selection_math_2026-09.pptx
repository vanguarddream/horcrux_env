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9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봉섭 송" userId="9dd4fb05f2e6bfde" providerId="LiveId" clId="{1D22D70D-4204-4D58-8D5B-47E947AE2A9A}"/>
    <pc:docChg chg="delSld">
      <pc:chgData name="봉섭 송" userId="9dd4fb05f2e6bfde" providerId="LiveId" clId="{1D22D70D-4204-4D58-8D5B-47E947AE2A9A}" dt="2026-09-01T05:58:56.185" v="1" actId="47"/>
      <pc:docMkLst>
        <pc:docMk/>
      </pc:docMkLst>
      <pc:sldChg chg="del">
        <pc:chgData name="봉섭 송" userId="9dd4fb05f2e6bfde" providerId="LiveId" clId="{1D22D70D-4204-4D58-8D5B-47E947AE2A9A}" dt="2026-09-01T05:58:56.185" v="1" actId="47"/>
        <pc:sldMkLst>
          <pc:docMk/>
          <pc:sldMk cId="2896366608" sldId="257"/>
        </pc:sldMkLst>
      </pc:sldChg>
      <pc:sldChg chg="del">
        <pc:chgData name="봉섭 송" userId="9dd4fb05f2e6bfde" providerId="LiveId" clId="{1D22D70D-4204-4D58-8D5B-47E947AE2A9A}" dt="2026-09-01T05:58:55.089" v="0" actId="47"/>
        <pc:sldMkLst>
          <pc:docMk/>
          <pc:sldMk cId="2042099477" sldId="258"/>
        </pc:sldMkLst>
      </pc:sldChg>
    </pc:docChg>
  </pc:docChgLst>
  <pc:docChgLst>
    <pc:chgData name="봉섭 송" userId="9dd4fb05f2e6bfde" providerId="LiveId" clId="{0270B4CD-82C6-44B5-8118-D32A3FCFFC3F}"/>
    <pc:docChg chg="undo custSel addSld modSld modMainMaster">
      <pc:chgData name="봉섭 송" userId="9dd4fb05f2e6bfde" providerId="LiveId" clId="{0270B4CD-82C6-44B5-8118-D32A3FCFFC3F}" dt="2025-07-25T05:12:46.927" v="485" actId="14"/>
      <pc:docMkLst>
        <pc:docMk/>
      </pc:docMkLst>
      <pc:sldChg chg="modSp mod">
        <pc:chgData name="봉섭 송" userId="9dd4fb05f2e6bfde" providerId="LiveId" clId="{0270B4CD-82C6-44B5-8118-D32A3FCFFC3F}" dt="2025-07-25T05:10:31.525" v="262" actId="20577"/>
        <pc:sldMkLst>
          <pc:docMk/>
          <pc:sldMk cId="2896366608" sldId="257"/>
        </pc:sldMkLst>
        <pc:spChg chg="mod">
          <ac:chgData name="봉섭 송" userId="9dd4fb05f2e6bfde" providerId="LiveId" clId="{0270B4CD-82C6-44B5-8118-D32A3FCFFC3F}" dt="2025-07-25T05:10:31.525" v="262" actId="20577"/>
          <ac:spMkLst>
            <pc:docMk/>
            <pc:sldMk cId="2896366608" sldId="257"/>
            <ac:spMk id="2" creationId="{318D47AD-F087-658B-22EF-7514FABCBCD9}"/>
          </ac:spMkLst>
        </pc:spChg>
      </pc:sldChg>
      <pc:sldChg chg="modSp new mod">
        <pc:chgData name="봉섭 송" userId="9dd4fb05f2e6bfde" providerId="LiveId" clId="{0270B4CD-82C6-44B5-8118-D32A3FCFFC3F}" dt="2025-07-25T05:12:46.927" v="485" actId="14"/>
        <pc:sldMkLst>
          <pc:docMk/>
          <pc:sldMk cId="2042099477" sldId="258"/>
        </pc:sldMkLst>
        <pc:spChg chg="mod">
          <ac:chgData name="봉섭 송" userId="9dd4fb05f2e6bfde" providerId="LiveId" clId="{0270B4CD-82C6-44B5-8118-D32A3FCFFC3F}" dt="2025-07-25T05:12:46.927" v="485" actId="14"/>
          <ac:spMkLst>
            <pc:docMk/>
            <pc:sldMk cId="2042099477" sldId="258"/>
            <ac:spMk id="3" creationId="{EF64EBD5-31A7-87CC-0FAA-E617AF62F420}"/>
          </ac:spMkLst>
        </pc:spChg>
      </pc:sldChg>
      <pc:sldMasterChg chg="modSp mod modSldLayout">
        <pc:chgData name="봉섭 송" userId="9dd4fb05f2e6bfde" providerId="LiveId" clId="{0270B4CD-82C6-44B5-8118-D32A3FCFFC3F}" dt="2025-07-25T05:11:19.174" v="349" actId="404"/>
        <pc:sldMasterMkLst>
          <pc:docMk/>
          <pc:sldMasterMk cId="3503047764" sldId="2147483660"/>
        </pc:sldMasterMkLst>
        <pc:spChg chg="mod">
          <ac:chgData name="봉섭 송" userId="9dd4fb05f2e6bfde" providerId="LiveId" clId="{0270B4CD-82C6-44B5-8118-D32A3FCFFC3F}" dt="2025-07-25T05:09:21.272" v="24" actId="20577"/>
          <ac:spMkLst>
            <pc:docMk/>
            <pc:sldMasterMk cId="3503047764" sldId="2147483660"/>
            <ac:spMk id="2" creationId="{00000000-0000-0000-0000-000000000000}"/>
          </ac:spMkLst>
        </pc:spChg>
        <pc:sldLayoutChg chg="modSp mod">
          <pc:chgData name="봉섭 송" userId="9dd4fb05f2e6bfde" providerId="LiveId" clId="{0270B4CD-82C6-44B5-8118-D32A3FCFFC3F}" dt="2025-07-25T05:11:06.327" v="315" actId="20577"/>
          <pc:sldLayoutMkLst>
            <pc:docMk/>
            <pc:sldMasterMk cId="3503047764" sldId="2147483660"/>
            <pc:sldLayoutMk cId="999962056" sldId="2147483661"/>
          </pc:sldLayoutMkLst>
          <pc:spChg chg="mod">
            <ac:chgData name="봉섭 송" userId="9dd4fb05f2e6bfde" providerId="LiveId" clId="{0270B4CD-82C6-44B5-8118-D32A3FCFFC3F}" dt="2025-07-25T05:10:53.651" v="263" actId="404"/>
            <ac:spMkLst>
              <pc:docMk/>
              <pc:sldMasterMk cId="3503047764" sldId="2147483660"/>
              <pc:sldLayoutMk cId="999962056" sldId="2147483661"/>
              <ac:spMk id="2" creationId="{00000000-0000-0000-0000-000000000000}"/>
            </ac:spMkLst>
          </pc:spChg>
          <pc:spChg chg="mod">
            <ac:chgData name="봉섭 송" userId="9dd4fb05f2e6bfde" providerId="LiveId" clId="{0270B4CD-82C6-44B5-8118-D32A3FCFFC3F}" dt="2025-07-25T05:11:06.327" v="315" actId="20577"/>
            <ac:spMkLst>
              <pc:docMk/>
              <pc:sldMasterMk cId="3503047764" sldId="2147483660"/>
              <pc:sldLayoutMk cId="999962056" sldId="2147483661"/>
              <ac:spMk id="3" creationId="{00000000-0000-0000-0000-000000000000}"/>
            </ac:spMkLst>
          </pc:spChg>
        </pc:sldLayoutChg>
        <pc:sldLayoutChg chg="modSp mod">
          <pc:chgData name="봉섭 송" userId="9dd4fb05f2e6bfde" providerId="LiveId" clId="{0270B4CD-82C6-44B5-8118-D32A3FCFFC3F}" dt="2025-07-25T05:09:57.349" v="160" actId="20577"/>
          <pc:sldLayoutMkLst>
            <pc:docMk/>
            <pc:sldMasterMk cId="3503047764" sldId="2147483660"/>
            <pc:sldLayoutMk cId="3381022345" sldId="2147483662"/>
          </pc:sldLayoutMkLst>
          <pc:spChg chg="mod">
            <ac:chgData name="봉섭 송" userId="9dd4fb05f2e6bfde" providerId="LiveId" clId="{0270B4CD-82C6-44B5-8118-D32A3FCFFC3F}" dt="2025-07-25T05:09:57.349" v="160" actId="20577"/>
            <ac:spMkLst>
              <pc:docMk/>
              <pc:sldMasterMk cId="3503047764" sldId="2147483660"/>
              <pc:sldLayoutMk cId="3381022345" sldId="2147483662"/>
              <ac:spMk id="2" creationId="{00000000-0000-0000-0000-000000000000}"/>
            </ac:spMkLst>
          </pc:spChg>
        </pc:sldLayoutChg>
        <pc:sldLayoutChg chg="modSp mod">
          <pc:chgData name="봉섭 송" userId="9dd4fb05f2e6bfde" providerId="LiveId" clId="{0270B4CD-82C6-44B5-8118-D32A3FCFFC3F}" dt="2025-07-25T05:09:51.662" v="130" actId="20577"/>
          <pc:sldLayoutMkLst>
            <pc:docMk/>
            <pc:sldMasterMk cId="3503047764" sldId="2147483660"/>
            <pc:sldLayoutMk cId="1581295141" sldId="2147483663"/>
          </pc:sldLayoutMkLst>
          <pc:spChg chg="mod">
            <ac:chgData name="봉섭 송" userId="9dd4fb05f2e6bfde" providerId="LiveId" clId="{0270B4CD-82C6-44B5-8118-D32A3FCFFC3F}" dt="2025-07-25T05:09:51.662" v="130" actId="20577"/>
            <ac:spMkLst>
              <pc:docMk/>
              <pc:sldMasterMk cId="3503047764" sldId="2147483660"/>
              <pc:sldLayoutMk cId="1581295141" sldId="2147483663"/>
              <ac:spMk id="2" creationId="{00000000-0000-0000-0000-000000000000}"/>
            </ac:spMkLst>
          </pc:spChg>
        </pc:sldLayoutChg>
        <pc:sldLayoutChg chg="modSp mod">
          <pc:chgData name="봉섭 송" userId="9dd4fb05f2e6bfde" providerId="LiveId" clId="{0270B4CD-82C6-44B5-8118-D32A3FCFFC3F}" dt="2025-07-25T05:10:03.379" v="190" actId="20577"/>
          <pc:sldLayoutMkLst>
            <pc:docMk/>
            <pc:sldMasterMk cId="3503047764" sldId="2147483660"/>
            <pc:sldLayoutMk cId="1320606577" sldId="2147483664"/>
          </pc:sldLayoutMkLst>
          <pc:spChg chg="mod">
            <ac:chgData name="봉섭 송" userId="9dd4fb05f2e6bfde" providerId="LiveId" clId="{0270B4CD-82C6-44B5-8118-D32A3FCFFC3F}" dt="2025-07-25T05:10:03.379" v="190" actId="20577"/>
            <ac:spMkLst>
              <pc:docMk/>
              <pc:sldMasterMk cId="3503047764" sldId="2147483660"/>
              <pc:sldLayoutMk cId="1320606577" sldId="2147483664"/>
              <ac:spMk id="9" creationId="{B27F88D2-EC5E-DBF6-E21D-497995EF9E1B}"/>
            </ac:spMkLst>
          </pc:spChg>
        </pc:sldLayoutChg>
        <pc:sldLayoutChg chg="modSp mod">
          <pc:chgData name="봉섭 송" userId="9dd4fb05f2e6bfde" providerId="LiveId" clId="{0270B4CD-82C6-44B5-8118-D32A3FCFFC3F}" dt="2025-07-25T05:10:09.033" v="220" actId="20577"/>
          <pc:sldLayoutMkLst>
            <pc:docMk/>
            <pc:sldMasterMk cId="3503047764" sldId="2147483660"/>
            <pc:sldLayoutMk cId="2726045758" sldId="2147483665"/>
          </pc:sldLayoutMkLst>
          <pc:spChg chg="mod">
            <ac:chgData name="봉섭 송" userId="9dd4fb05f2e6bfde" providerId="LiveId" clId="{0270B4CD-82C6-44B5-8118-D32A3FCFFC3F}" dt="2025-07-25T05:10:09.033" v="220" actId="20577"/>
            <ac:spMkLst>
              <pc:docMk/>
              <pc:sldMasterMk cId="3503047764" sldId="2147483660"/>
              <pc:sldLayoutMk cId="2726045758" sldId="2147483665"/>
              <ac:spMk id="11" creationId="{F312103E-2AA1-49A9-5F86-9EAEB087527F}"/>
            </ac:spMkLst>
          </pc:spChg>
        </pc:sldLayoutChg>
        <pc:sldLayoutChg chg="modSp mod">
          <pc:chgData name="봉섭 송" userId="9dd4fb05f2e6bfde" providerId="LiveId" clId="{0270B4CD-82C6-44B5-8118-D32A3FCFFC3F}" dt="2025-07-25T05:10:15.159" v="250" actId="20577"/>
          <pc:sldLayoutMkLst>
            <pc:docMk/>
            <pc:sldMasterMk cId="3503047764" sldId="2147483660"/>
            <pc:sldLayoutMk cId="2930056388" sldId="2147483666"/>
          </pc:sldLayoutMkLst>
          <pc:spChg chg="mod">
            <ac:chgData name="봉섭 송" userId="9dd4fb05f2e6bfde" providerId="LiveId" clId="{0270B4CD-82C6-44B5-8118-D32A3FCFFC3F}" dt="2025-07-25T05:10:15.159" v="250" actId="20577"/>
            <ac:spMkLst>
              <pc:docMk/>
              <pc:sldMasterMk cId="3503047764" sldId="2147483660"/>
              <pc:sldLayoutMk cId="2930056388" sldId="2147483666"/>
              <ac:spMk id="7" creationId="{26BAA18B-577E-9702-D54A-360A6F31E0B0}"/>
            </ac:spMkLst>
          </pc:spChg>
        </pc:sldLayoutChg>
        <pc:sldLayoutChg chg="modSp mod">
          <pc:chgData name="봉섭 송" userId="9dd4fb05f2e6bfde" providerId="LiveId" clId="{0270B4CD-82C6-44B5-8118-D32A3FCFFC3F}" dt="2025-07-25T05:10:19.094" v="251"/>
          <pc:sldLayoutMkLst>
            <pc:docMk/>
            <pc:sldMasterMk cId="3503047764" sldId="2147483660"/>
            <pc:sldLayoutMk cId="1444427807" sldId="2147483668"/>
          </pc:sldLayoutMkLst>
          <pc:spChg chg="mod">
            <ac:chgData name="봉섭 송" userId="9dd4fb05f2e6bfde" providerId="LiveId" clId="{0270B4CD-82C6-44B5-8118-D32A3FCFFC3F}" dt="2025-07-25T05:10:19.094" v="251"/>
            <ac:spMkLst>
              <pc:docMk/>
              <pc:sldMasterMk cId="3503047764" sldId="2147483660"/>
              <pc:sldLayoutMk cId="1444427807" sldId="2147483668"/>
              <ac:spMk id="9" creationId="{4E9060D6-2E26-428F-3B94-161B4DB197AB}"/>
            </ac:spMkLst>
          </pc:spChg>
        </pc:sldLayoutChg>
        <pc:sldLayoutChg chg="modSp mod">
          <pc:chgData name="봉섭 송" userId="9dd4fb05f2e6bfde" providerId="LiveId" clId="{0270B4CD-82C6-44B5-8118-D32A3FCFFC3F}" dt="2025-07-25T05:11:19.174" v="349" actId="404"/>
          <pc:sldLayoutMkLst>
            <pc:docMk/>
            <pc:sldMasterMk cId="3503047764" sldId="2147483660"/>
            <pc:sldLayoutMk cId="1414196457" sldId="2147483669"/>
          </pc:sldLayoutMkLst>
          <pc:spChg chg="mod">
            <ac:chgData name="봉섭 송" userId="9dd4fb05f2e6bfde" providerId="LiveId" clId="{0270B4CD-82C6-44B5-8118-D32A3FCFFC3F}" dt="2025-07-25T05:11:19.174" v="349" actId="404"/>
            <ac:spMkLst>
              <pc:docMk/>
              <pc:sldMasterMk cId="3503047764" sldId="2147483660"/>
              <pc:sldLayoutMk cId="1414196457" sldId="2147483669"/>
              <ac:spMk id="6" creationId="{AFC2F428-42EA-F0C0-8AC4-BEBCF19DB73E}"/>
            </ac:spMkLst>
          </pc:spChg>
          <pc:spChg chg="mod">
            <ac:chgData name="봉섭 송" userId="9dd4fb05f2e6bfde" providerId="LiveId" clId="{0270B4CD-82C6-44B5-8118-D32A3FCFFC3F}" dt="2025-07-25T05:11:14.240" v="348" actId="20577"/>
            <ac:spMkLst>
              <pc:docMk/>
              <pc:sldMasterMk cId="3503047764" sldId="2147483660"/>
              <pc:sldLayoutMk cId="1414196457" sldId="2147483669"/>
              <ac:spMk id="7" creationId="{0484623C-BF48-26A0-4CA9-B33540FDBDE4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282BD-832C-455F-AC78-92AF63B11E47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18D-F7C7-4EEA-AC78-C3010980D2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545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gait_v2.py 103행(서펜오이드), 135행(두 번 미분의 부호), horcrux_p.xml의 motor 액추에이터, plane_v3.py 408행(토크 = 행동 × 모션 벡터).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증명: sin(x + δ + π) = −sin(x + δ). 시간 파라미터가 같으므로(40, 40) 위상 이동 k가 세로와 가로 파동에 똑같이 적용되어 두 파동을 따로 맞출 수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122363"/>
            <a:ext cx="7772400" cy="720000"/>
          </a:xfrm>
        </p:spPr>
        <p:txBody>
          <a:bodyPr anchor="b">
            <a:noAutofit/>
          </a:bodyPr>
          <a:lstStyle>
            <a:lvl1pPr algn="l">
              <a:defRPr sz="4400" b="0" u="none">
                <a:solidFill>
                  <a:srgbClr val="00206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924067"/>
            <a:ext cx="6858000" cy="6120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5EBE1-83F8-4968-B4F8-F5C45C3D900E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96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2BE8F1-DB05-8C61-C2ED-62416299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E0778-E23E-447A-AF77-6E451A8F4442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6EBBFC-53A7-D35F-7228-773CA2FFB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438411-E4FE-1160-8E87-F294D824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C2F428-42EA-F0C0-8AC4-BEBCF19DB7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57350" y="283377"/>
            <a:ext cx="6459128" cy="720000"/>
          </a:xfrm>
        </p:spPr>
        <p:txBody>
          <a:bodyPr anchor="b">
            <a:noAutofit/>
          </a:bodyPr>
          <a:lstStyle>
            <a:lvl1pPr algn="ctr">
              <a:defRPr sz="4400" b="0" u="none">
                <a:solidFill>
                  <a:srgbClr val="00206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484623C-BF48-26A0-4CA9-B33540FDBD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1217057"/>
            <a:ext cx="6858000" cy="612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D158E4F-9322-E7DA-A601-1342B0FBD4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4663" y="1903689"/>
            <a:ext cx="2743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457200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solidFill>
                  <a:srgbClr val="3B3838"/>
                </a:solidFill>
                <a:latin typeface="맑은 고딕" pitchFamily="50" charset="-127"/>
                <a:ea typeface="맑은 고딕" pitchFamily="50" charset="-127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414196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>
            <a:extLst>
              <a:ext uri="{FF2B5EF4-FFF2-40B4-BE49-F238E27FC236}">
                <a16:creationId xmlns:a16="http://schemas.microsoft.com/office/drawing/2014/main" id="{2CE5537C-D061-8382-E4B3-2F4CEB02FD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1266680"/>
            <a:ext cx="7886700" cy="7600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BFDF09-8894-4CA3-B2B6-992A4C184223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지능로봇시스템연구실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4B7CBBB-CC29-439D-B481-ED9AB375DBD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295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속지-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5">
            <a:extLst>
              <a:ext uri="{FF2B5EF4-FFF2-40B4-BE49-F238E27FC236}">
                <a16:creationId xmlns:a16="http://schemas.microsoft.com/office/drawing/2014/main" id="{492497FE-5723-0CE5-34A2-07E6222736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4" y="0"/>
            <a:ext cx="9015413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92752" y="292448"/>
            <a:ext cx="6422598" cy="504000"/>
          </a:xfrm>
        </p:spPr>
        <p:txBody>
          <a:bodyPr>
            <a:normAutofit/>
          </a:bodyPr>
          <a:lstStyle>
            <a:lvl1pPr algn="l">
              <a:defRPr sz="28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04973"/>
            <a:ext cx="7886700" cy="527199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2BDA1-9B75-49A1-A310-A91AC840E0C1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02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속지-콘텐츠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5">
            <a:extLst>
              <a:ext uri="{FF2B5EF4-FFF2-40B4-BE49-F238E27FC236}">
                <a16:creationId xmlns:a16="http://schemas.microsoft.com/office/drawing/2014/main" id="{16650974-4D04-B72C-42B4-D6389750962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4" y="0"/>
            <a:ext cx="9015413" cy="68580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904973"/>
            <a:ext cx="3886200" cy="527199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904973"/>
            <a:ext cx="3886200" cy="527199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08970-9E63-4076-B76F-F2D19FAF659C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27F88D2-EC5E-DBF6-E21D-497995EF9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2752" y="292448"/>
            <a:ext cx="6422598" cy="504000"/>
          </a:xfrm>
        </p:spPr>
        <p:txBody>
          <a:bodyPr>
            <a:normAutofit/>
          </a:bodyPr>
          <a:lstStyle>
            <a:lvl1pPr algn="l">
              <a:defRPr sz="28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606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속지-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5">
            <a:extLst>
              <a:ext uri="{FF2B5EF4-FFF2-40B4-BE49-F238E27FC236}">
                <a16:creationId xmlns:a16="http://schemas.microsoft.com/office/drawing/2014/main" id="{C0B59629-659F-2768-45AB-202C6DBA03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4" y="0"/>
            <a:ext cx="9015413" cy="6858000"/>
          </a:xfrm>
          <a:prstGeom prst="rect">
            <a:avLst/>
          </a:prstGeom>
          <a:noFill/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898736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06082"/>
            <a:ext cx="3868340" cy="43835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898736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06082"/>
            <a:ext cx="3887391" cy="43835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16867-B909-44F9-B576-8B7F8629B27D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12103E-2AA1-49A9-5F86-9EAEB08752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2752" y="292448"/>
            <a:ext cx="6422598" cy="504000"/>
          </a:xfrm>
        </p:spPr>
        <p:txBody>
          <a:bodyPr>
            <a:normAutofit/>
          </a:bodyPr>
          <a:lstStyle>
            <a:lvl1pPr algn="l">
              <a:defRPr sz="28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045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속지-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5">
            <a:extLst>
              <a:ext uri="{FF2B5EF4-FFF2-40B4-BE49-F238E27FC236}">
                <a16:creationId xmlns:a16="http://schemas.microsoft.com/office/drawing/2014/main" id="{D893E106-35BC-7AB0-C3E1-7E3FF5073E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4" y="0"/>
            <a:ext cx="9015413" cy="6858000"/>
          </a:xfrm>
          <a:prstGeom prst="rect">
            <a:avLst/>
          </a:prstGeom>
          <a:noFill/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8A59B-D0F3-4882-A800-AD288960EB31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6BAA18B-577E-9702-D54A-360A6F31E0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2752" y="292448"/>
            <a:ext cx="6422598" cy="504000"/>
          </a:xfrm>
        </p:spPr>
        <p:txBody>
          <a:bodyPr>
            <a:normAutofit/>
          </a:bodyPr>
          <a:lstStyle>
            <a:lvl1pPr algn="l">
              <a:defRPr sz="28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05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5">
            <a:extLst>
              <a:ext uri="{FF2B5EF4-FFF2-40B4-BE49-F238E27FC236}">
                <a16:creationId xmlns:a16="http://schemas.microsoft.com/office/drawing/2014/main" id="{5FF8F383-BEB8-B8FE-4519-6914D9C846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4" y="0"/>
            <a:ext cx="9015413" cy="6858000"/>
          </a:xfrm>
          <a:prstGeom prst="rect">
            <a:avLst/>
          </a:prstGeom>
          <a:noFill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7EFF4-7274-4DF9-9F5A-66F47F09CD52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331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5">
            <a:extLst>
              <a:ext uri="{FF2B5EF4-FFF2-40B4-BE49-F238E27FC236}">
                <a16:creationId xmlns:a16="http://schemas.microsoft.com/office/drawing/2014/main" id="{52B04BB0-2366-6A86-A05D-F449E6D49D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4" y="0"/>
            <a:ext cx="9015413" cy="6858000"/>
          </a:xfrm>
          <a:prstGeom prst="rect">
            <a:avLst/>
          </a:prstGeom>
          <a:noFill/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AFFDABF-AA7A-0BB1-F6B9-3547A4656655}"/>
              </a:ext>
            </a:extLst>
          </p:cNvPr>
          <p:cNvSpPr/>
          <p:nvPr userDrawn="1"/>
        </p:nvSpPr>
        <p:spPr>
          <a:xfrm>
            <a:off x="627458" y="923723"/>
            <a:ext cx="3086100" cy="4945265"/>
          </a:xfrm>
          <a:prstGeom prst="roundRect">
            <a:avLst>
              <a:gd name="adj" fmla="val 9052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>
            <a:outerShdw blurRad="254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23828"/>
            <a:ext cx="4629150" cy="493722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7458" y="989012"/>
            <a:ext cx="3086100" cy="479904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83A61-9F1A-4B82-978D-3B1389208BF0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지능로봇시스템연구실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E9060D6-2E26-428F-3B94-161B4DB197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2752" y="292448"/>
            <a:ext cx="6422598" cy="504000"/>
          </a:xfrm>
        </p:spPr>
        <p:txBody>
          <a:bodyPr>
            <a:normAutofit/>
          </a:bodyPr>
          <a:lstStyle>
            <a:lvl1pPr algn="l">
              <a:defRPr sz="28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4278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제목을 입력하세요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16058"/>
            <a:ext cx="7886700" cy="4960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C5E3C-E812-46A2-B119-F20CBB56C077}" type="datetime1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ko-KR" altLang="en-US"/>
              <a:t>지능로봇시스템연구실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7CBBB-CC29-439D-B481-ED9AB375DB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047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3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바른고딕" panose="020B0603020101020101" pitchFamily="50" charset="-127"/>
          <a:ea typeface="나눔바른고딕" panose="020B060302010102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수학적 근거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 b="0" i="0">
                <a:solidFill>
                  <a:srgbClr val="595959"/>
                </a:solidFill>
                <a:latin typeface="맑은 고딕"/>
                <a:ea typeface="맑은 고딕"/>
              </a:rPr>
              <a:t>다른 gait로 움직이던 몸을 새 gait로 바꿀 때 어느 위상에서 시작해야 하는지를, 수학과 실험으로 따져 본 기록입니다. 2026년 9월 11일.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26664" y="6355080"/>
            <a:ext cx="3090672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  <a:latin typeface="맑은 고딕"/>
                <a:ea typeface="맑은 고딕"/>
              </a:rPr>
              <a:t>지능로봇시스템연구실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한 장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4206240" cy="1417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39867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원리는 한 줄입니다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72184"/>
            <a:ext cx="3986783" cy="10515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전환은 지금 몸 상태를 목표 gait의 주기 궤도 위로 옮기는 일입니다.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옮기는 거리가 짧을수록 목표 gait가 흔들림을 흡수하기 쉽습니다.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97480"/>
            <a:ext cx="4206240" cy="16002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761488"/>
            <a:ext cx="39867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지금 규칙은 이 원리의 거친 근사입니다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026664"/>
            <a:ext cx="3986783" cy="12344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부호 정렬은 토크 방향이 뒤집히는 관절 수만 셉니다.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실제 몸 상태, 각도의 크기, 속도는 보지 않습니다.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집안을 건너는 전환에서는 어떤 위상을 골라도 부호를 다 맞출 수 없다는 것을 증명할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34840"/>
            <a:ext cx="4206240" cy="178308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4498848"/>
            <a:ext cx="39867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제안과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764024"/>
            <a:ext cx="3986783" cy="141731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관절 각도와 각속도를 함께 보고 궤도에서 가장 가까운 점을 고르는 규칙을 제안했습니다.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학습 없이 규칙만 바꿔서 실험했습니다. 가장 단순한 가중치는 부호 정렬을 넘지 못했습니다. 숫자는 뒤에 그대로 적었습니다.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그런데 후보 위상을 전부 시도해 보니 거의 모든 상태에 살아남는 위상이 있었습니다. 다음 과제는 그 위상을 상태에서 찾는 규칙을 데이터로 배우는 것입니다.</a:t>
            </a:r>
          </a:p>
        </p:txBody>
      </p:sp>
      <p:pic>
        <p:nvPicPr>
          <p:cNvPr id="12" name="Picture 11" descr="F8a_schematic_bas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60208"/>
            <a:ext cx="3749039" cy="2771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92040" y="4677751"/>
            <a:ext cx="3749039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8A8A8A"/>
                </a:solidFill>
                <a:latin typeface="맑은 고딕"/>
                <a:ea typeface="맑은 고딕"/>
              </a:rPr>
              <a:t>목표 gait의 궤도와 흡인 영역, 그리고 지금 상태에서 궤도 위의 점을 고르는 그림입니다.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5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토크가 만들어지는 방식</a:t>
            </a:r>
          </a:p>
        </p:txBody>
      </p:sp>
      <p:pic>
        <p:nvPicPr>
          <p:cNvPr id="3" name="Picture 2" descr="F1_serpenoid_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38" y="1143000"/>
            <a:ext cx="4634802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480559"/>
            <a:ext cx="489204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8A8A8A"/>
                </a:solidFill>
                <a:latin typeface="맑은 고딕"/>
                <a:ea typeface="맑은 고딕"/>
              </a:rPr>
              <a:t>forward gait의 관절 1과 관절 2입니다. 주황 계단이 모션 벡터이고, 초록 점선은 각도 부호를 뒤집은 것입니다. 둘이 같습니다.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143000"/>
            <a:ext cx="3108959" cy="361188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41848" y="1207008"/>
            <a:ext cx="288950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코드로 확인한 사실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41848" y="1472184"/>
            <a:ext cx="2889503" cy="3246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기준 궤적은 Hirose의 서펜오이드입니다. 홀수 관절은 세로 파동이고, 짝수 관절은 가로 파동에 위상차 δ가 더해집니다.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모션 벡터는 기준 각도를 시간으로 두 번 미분한 값의 부호입니다.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사인파는 두 번 미분하면 자기 자신에 음수를 곱한 것이 됩니다. 그래서 모션 벡터는 기준 각도 부호의 반대입니다.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관절은 토크 모터입니다. 토크는 정책이 정한 크기에 모션 벡터를 곱한 값입니다.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즉 정책은 얼마나 세게만 정하고, 어느 쪽으로는 gait가 정합니다.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37760"/>
            <a:ext cx="8138159" cy="12801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5001768"/>
            <a:ext cx="791870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그래서 전환은 토크 방향 패턴을 통째로 바꾸는 일입니다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266944"/>
            <a:ext cx="7918703" cy="9143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gait를 바꾸는 순간, 열네 개 관절의 토크 방향이 새 gait의 패턴으로 한꺼번에 바뀝니다.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정책은 크기만 조절할 수 있으니, 새 패턴이 지금 몸 상태와 맞지 않으면 정책이 할 수 있는 일은 힘을 줄이는 것뿐입니다.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5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지금 규칙이 하는 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8138159" cy="731520"/>
          </a:xfrm>
          <a:prstGeom prst="roundRect">
            <a:avLst>
              <a:gd name="adj" fmla="val 5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97864"/>
            <a:ext cx="7863839" cy="62179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c* = argmax over c of  ⟨ m_S , M_T[:, c] ⟩  =  (같은 부호 수) − (다른 부호 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47672"/>
            <a:ext cx="8138159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m_S 는 지금 실행 중인 출발 gait의 모션 벡터입니다. M_T 는 목표 gait의 모션 행렬이고, 열 하나가 위상 하나입니다. 내적이 가장 큰 열, 즉 부호가 가장 많이 같은 위상을 고릅니다. 역재생 gait는 열 번호에 마이너스를 붙여 시작합니다.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06040"/>
            <a:ext cx="3977639" cy="35661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670048"/>
            <a:ext cx="37581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이 규칙이 보는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935224"/>
            <a:ext cx="3758183" cy="3200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출발 gait의 기준 신호 부호 열네 개입니다.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목표 gait의 후보 위상마다 기준 신호 부호 열네 개입니다.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즉 토크 방향이 뒤집히는 관절의 개수를 가장 적게 만드는 위상을 고릅니다.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같은 집안 안에서는 열세 개나 열네 개가 맞으므로 잘 작동합니다. 실제로 전환 실패가 크게 줄었습니다.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606040"/>
            <a:ext cx="3977639" cy="3566160"/>
          </a:xfrm>
          <a:prstGeom prst="roundRect">
            <a:avLst>
              <a:gd name="adj" fmla="val 5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670048"/>
            <a:ext cx="37581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이 규칙이 못 보는 것 세 가지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935224"/>
            <a:ext cx="3758183" cy="3200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9DC3E6"/>
              </a:buClr>
              <a:buChar char="▪"/>
            </a:pPr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첫째, 실제 몸 상태를 보지 않습니다. 기준 신호만 봅니다. 몸이 기준보다 늦거나 눌려 있어도 모릅니다.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9DC3E6"/>
              </a:buClr>
              <a:buChar char="▪"/>
            </a:pPr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둘째, 크기를 보지 않고 부호만 봅니다. 각도가 0에 가까운 관절은 뒤집어도 싸고, 끝까지 꺾인 관절은 비쌉니다. 이 차이를 모릅니다.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9DC3E6"/>
              </a:buClr>
              <a:buChar char="▪"/>
            </a:pPr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셋째, 속도를 전혀 보지 않습니다. 운동량이 있는 관절을 반대로 밀면 충격이 생기는데, 이 순간을 피할 수 없습니다.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9DC3E6"/>
              </a:buClr>
              <a:buChar char="▪"/>
            </a:pPr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이 세 가지가 집안을 건너는 전환에서 그대로 드러납니다.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15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집안을 건너면 왜 안 되나</a:t>
            </a:r>
          </a:p>
        </p:txBody>
      </p:sp>
      <p:pic>
        <p:nvPicPr>
          <p:cNvPr id="3" name="Picture 2" descr="F2_delta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449" y="1143000"/>
            <a:ext cx="670510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050792"/>
            <a:ext cx="8138159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8A8A8A"/>
                </a:solidFill>
                <a:latin typeface="맑은 고딕"/>
                <a:ea typeface="맑은 고딕"/>
              </a:rPr>
              <a:t>왼쪽: left와 right의 기준 파동입니다. 오른쪽: forward의 한 패턴을 두 목표 gait의 모든 위상과 비교한 부호 일치입니다.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389120"/>
            <a:ext cx="3977639" cy="18288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4453128"/>
            <a:ext cx="37581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증명은 세 문장입니다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718304"/>
            <a:ext cx="3758183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여덟 방향 gait는 시간 파라미터가 모두 40이라서 세로 파동과 가로 파동이 같은 속도로 흐릅니다.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δ에 180도를 더하면 가로 관절의 기준 신호는 모든 시각에 정확히 부호가 뒤집힙니다. 사인에 180도를 더하면 부호가 반대가 되기 때문입니다. 세로 관절은 그대로입니다.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그래서 세로 관절 부호를 모두 맞추는 위상에서는 가로 관절 부호가 모두 어긋납니다. 어떤 위상을 골라도 둘 다 맞출 수 없습니다.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389120"/>
            <a:ext cx="3977639" cy="18288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4453128"/>
            <a:ext cx="37581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숫자로 보면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4718304"/>
            <a:ext cx="3758183" cy="1463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같은 집안 안에서는 열네 개 중 열두 개에서 열네 개까지 맞습니다.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집안을 건너면 평균 다섯에서 여섯에 막힙니다. 이 값은 다음 장의 표에 있습니다.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left와 right, diag_fl과 diag_fr는 정확히 180도 차이입니다. forward와 diag_fr는 203도 차이라서 거의 같은 상황입니다.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5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집안이 눈에 보입니다</a:t>
            </a:r>
          </a:p>
        </p:txBody>
      </p:sp>
      <p:pic>
        <p:nvPicPr>
          <p:cNvPr id="3" name="Picture 2" descr="F3_agreeme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9494"/>
            <a:ext cx="4572000" cy="420477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257800" y="1143000"/>
            <a:ext cx="3383279" cy="23317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67528" y="1207008"/>
            <a:ext cx="316382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표 읽는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7528" y="1472184"/>
            <a:ext cx="3163823" cy="1965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출발 gait의 패턴 하나하나에 대해, 목표 gait의 모든 위상 가운데 부호 일치가 가장 큰 값을 구하고 평균했습니다.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열네 개면 전부 같고, 0이면 반은 같고 반은 다른 것입니다.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짙은 정사각형 두 개가 집안 A와 집안 B입니다. 집안 안은 열둘 이상이고, 집안 사이는 다섯에서 여섯입니다.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3611880"/>
            <a:ext cx="3383279" cy="2606040"/>
          </a:xfrm>
          <a:prstGeom prst="roundRect">
            <a:avLst>
              <a:gd name="adj" fmla="val 5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67528" y="3675888"/>
            <a:ext cx="316382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실험 결과와 맞아떨어집니다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7528" y="3941064"/>
            <a:ext cx="3163823" cy="2240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9DC3E6"/>
              </a:buClr>
              <a:buChar char="▪"/>
            </a:pPr>
            <a:r>
              <a:rPr sz="900" b="0" i="0">
                <a:solidFill>
                  <a:srgbClr val="FFFFFF"/>
                </a:solidFill>
                <a:latin typeface="맑은 고딕"/>
                <a:ea typeface="맑은 고딕"/>
              </a:rPr>
              <a:t>전환 실패가 집중된 쌍은 모두 집안을 건너는 쌍이었습니다. diag_fr로 갈 때와 diag_bl로 갈 때가 그렇습니다.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9DC3E6"/>
              </a:buClr>
              <a:buChar char="▪"/>
            </a:pPr>
            <a:r>
              <a:rPr sz="900" b="0" i="0">
                <a:solidFill>
                  <a:srgbClr val="FFFFFF"/>
                </a:solidFill>
                <a:latin typeface="맑은 고딕"/>
                <a:ea typeface="맑은 고딕"/>
              </a:rPr>
              <a:t>같은 집안 안에서는 위상 정렬만으로 실패가 거의 0이 됐습니다.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9DC3E6"/>
              </a:buClr>
              <a:buChar char="▪"/>
            </a:pPr>
            <a:r>
              <a:rPr sz="900" b="0" i="0">
                <a:solidFill>
                  <a:srgbClr val="FFFFFF"/>
                </a:solidFill>
                <a:latin typeface="맑은 고딕"/>
                <a:ea typeface="맑은 고딕"/>
              </a:rPr>
              <a:t>회전 gait 두 개는 집안 A에 가까운 쪽과 집안 B에 가까운 쪽으로 나뉩니다. ccw는 A쪽이고 cw는 B쪽입니다.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물리적인 뜻</a:t>
            </a:r>
          </a:p>
        </p:txBody>
      </p:sp>
      <p:pic>
        <p:nvPicPr>
          <p:cNvPr id="3" name="Picture 2" descr="F4_robot_j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51572"/>
            <a:ext cx="4846320" cy="27260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923347"/>
            <a:ext cx="48463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8A8A8A"/>
                </a:solidFill>
                <a:latin typeface="맑은 고딕"/>
                <a:ea typeface="맑은 고딕"/>
              </a:rPr>
              <a:t>forward로 움직이던 순간의 몸입니다. 파란 번호가 세로 파동 관절이고, 주황 번호가 가로 파동 관절입니다.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32120" y="1143000"/>
            <a:ext cx="3108959" cy="306324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41848" y="1207008"/>
            <a:ext cx="288950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두 파동의 역할이 다릅니다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41848" y="1472184"/>
            <a:ext cx="2889503" cy="2697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세로 파동은 몸을 위아래로 굽혀서 어느 마디가 땅에 닿을지를 정합니다.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가로 파동은 몸을 좌우로 굽혀서 닿은 마디가 어느 쪽으로 밀지를 정합니다.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두 파동의 시간 차이 δ가 미는 방향, 곧 진행 방향을 정합니다.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34840"/>
            <a:ext cx="8138159" cy="178308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498848"/>
            <a:ext cx="791870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집안을 건너면 무슨 일이 생기나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764024"/>
            <a:ext cx="7918703" cy="141731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집안을 건너면 같은 마디가 반대 방향으로 밀게 됩니다. 그런데 몸은 아직 옛 방향의 운동량을 가지고 있습니다.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마찰력이 뒤집히고 운동량은 남아 있으니 몸통 축을 도는 모멘트가 생깁니다. 그래서 롤로 넘어집니다.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따라서 가로 관절이 잠깐 멈추는 순간, 곧 속도가 0에 가까운 순간에 뒤집어야 충격이 작습니다. 이 순간을 고르려면 속도를 봐야 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제안하는 규칙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8138159" cy="868680"/>
          </a:xfrm>
          <a:prstGeom prst="roundRect">
            <a:avLst>
              <a:gd name="adj" fmla="val 5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97864"/>
            <a:ext cx="7863839" cy="75895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J(k) = (θ − θ̄ₖ)ᵀ W (θ − θ̄ₖ) + (v − v̄ₖ)ᵀ V (v − v̄ₖ),      k* = argmin over k of J(k)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84832"/>
            <a:ext cx="8138159" cy="685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50" b="0" i="0">
                <a:solidFill>
                  <a:srgbClr val="595959"/>
                </a:solidFill>
                <a:latin typeface="맑은 고딕"/>
                <a:ea typeface="맑은 고딕"/>
              </a:rPr>
              <a:t>θ 는 지금 관절 각도이고 v 는 지금 관절 각속도입니다. θ̄ₖ 와 v̄ₖ 는 목표 gait가 위상 k 에서 평소에 갖는 평균 각도와 평균 각속도입니다. W 와 V 는 무엇을 더 중요하게 볼지 정하는 가중치입니다. 각도 차이와 속도 차이를 더해서 가장 작은 위상을 고릅니다.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880360"/>
            <a:ext cx="3977639" cy="33375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944368"/>
            <a:ext cx="37581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궤도 표는 이렇게 만듭니다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209544"/>
            <a:ext cx="3758183" cy="2971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목표 gait의 전문가를 정지 상태에서 굴린 상태 은행을 씁니다. 이미 있는 데이터입니다.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은행의 각 상태에는 그때의 모션 벡터가 함께 적혀 있습니다. 같은 모션 벡터를 가진 상태끼리 묶어서 관절 각도와 각속도의 평균을 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gait 하나에 서로 다른 모션 벡터는 열한 개쯤입니다. 그래서 표는 gait마다 열한 줄, 스물여덟 개 숫자입니다.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전환 순간에는 후보 위상 열한 개에 대해 J를 계산하고 가장 작은 것을 고릅니다. 곱셈 몇백 번이라 비용은 없습니다.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880360"/>
            <a:ext cx="3977639" cy="33375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2944368"/>
            <a:ext cx="37581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왜 측정값을 쓰나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3209544"/>
            <a:ext cx="3758183" cy="29718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기준 신호 대신 실제로 잰 각도와 속도를 씁니다. 몸이 기준보다 늦게 따라오는 것과 땅에 눌리는 효과가 표에 그대로 들어갑니다.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부호 대신 크기를 씁니다. 0 근처의 관절은 싸게 뒤집고, 끝까지 꺾인 관절은 비싸게 칩니다.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속도를 함께 봅니다. 운동량이 남은 관절을 반대로 미는 위상은 거리가 커져서 피하게 됩니다.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역재생 gait의 별도 처리도 사라집니다. 표를 실제 열 번호로 찾기 때문에 규칙이 하나로 통일됩니다.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5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실제 데이터로 본 궤도</a:t>
            </a:r>
          </a:p>
        </p:txBody>
      </p:sp>
      <p:pic>
        <p:nvPicPr>
          <p:cNvPr id="3" name="Picture 2" descr="F5_phase_portr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19" y="1143000"/>
            <a:ext cx="6916161" cy="2697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867912"/>
            <a:ext cx="8138159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8A8A8A"/>
                </a:solidFill>
                <a:latin typeface="맑은 고딕"/>
                <a:ea typeface="맑은 고딕"/>
              </a:rPr>
              <a:t>forward로 움직이던 몸 하나를 diag_fr로 바꿀 때입니다. 회색 점은 diag_fr 전문가의 상태 구름이고, 진한 선은 패턴별 평균을 위상 순서로 이은 주기 궤도입니다.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206240"/>
            <a:ext cx="3977639" cy="201168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4270248"/>
            <a:ext cx="37581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그림 읽는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535424"/>
            <a:ext cx="3758183" cy="1645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가로축은 관절 각도이고 세로축은 관절 각속도입니다. 한 관절의 움직임이 궤도 위를 도는 점으로 보입니다.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빨간 점이 지금 몸 상태입니다. 주황 네모는 부호 정렬이 고른 궤도 위의 점이고, 초록 네모는 가장 가까운 점입니다.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오른쪽 그림은 후보 위상마다 잰 거리 J입니다. 골짜기의 바닥이 제안 규칙의 선택입니다.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206240"/>
            <a:ext cx="3977639" cy="201168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3168" y="4270248"/>
            <a:ext cx="37581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이 그림에서 알 수 있는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4535424"/>
            <a:ext cx="3758183" cy="1645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두 규칙이 고르는 점이 다를 수 있습니다.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거리 J는 위상에 따라 몇 배씩 달라집니다. 즉 위상 선택은 실제로 큰 차이를 만드는 결정입니다.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궤도가 상태 구름의 한가운데를 지나므로, 표의 평균값이 목표 gait의 평소 움직임을 잘 대표합니다.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가중치 세 가지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8138160" cy="237744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011680"/>
                <a:gridCol w="3200400"/>
                <a:gridCol w="292608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가중치를 정하는 법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무엇을 재는가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장점과 주의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궤도의 흔들림 폭으로 나눕니다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각 관절이 평소에 흔들리는 폭을 1로 놓고 잰 거리입니다. 통계에서 마할라노비스 거리라고 부릅니다.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설명이 쉽고 단위 문제가 없습니다. 모든 관절을 같은 무게로 봅니다.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질량 행렬을 씁니다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V에 로봇의 질량 행렬을 넣으면 속도 항이 운동 에너지가 됩니다. 목표 궤도로 옮기는 데 드는 에너지입니다.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물리적으로 가장 깔끔합니다. MuJoCo에서 한 줄로 얻습니다. 위치 항은 따로 정해야 합니다.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데이터로 배웁니다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진입 성공과 실패 기록으로 가중치를 학습합니다. 실패를 잘 가르는 방향이 저절로 커집니다.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실제로 넘어지는 원인을 반영합니다. 데이터가 필요하고 해석은 조금 어려워집니다.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02920" y="3703320"/>
            <a:ext cx="8138159" cy="25146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3767328"/>
            <a:ext cx="791870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부호 정렬은 이 규칙의 0차 근사입니다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032504"/>
            <a:ext cx="7918703" cy="2148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측정값 대신 기준 신호를 쓰고, 크기 대신 부호만 남기고, V를 0으로 두면 지금 규칙이 됩니다.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그래서 논문에는 부호 정렬을 제안 규칙의 가장 거친 근사로 소개하고, 제안 규칙을 그 일반화로 소개할 수 있습니다.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역재생 gait에 쓰던 열 번호 부호 반전 처리도 일반 규칙 안에 자연스럽게 들어갑니다.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가중치를 어떻게 정하든 원리는 같습니다. 목표 궤도에서 가장 가까운 점을 고릅니다.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5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왜 가장 가까운 점인가</a:t>
            </a:r>
          </a:p>
        </p:txBody>
      </p:sp>
      <p:pic>
        <p:nvPicPr>
          <p:cNvPr id="3" name="Picture 2" descr="F8a_schematic_bas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5442"/>
            <a:ext cx="3931920" cy="2907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608197"/>
            <a:ext cx="39319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8A8A8A"/>
                </a:solidFill>
                <a:latin typeface="맑은 고딕"/>
                <a:ea typeface="맑은 고딕"/>
              </a:rPr>
              <a:t>도식입니다. 진한 선이 목표 gait의 주기 궤도이고, 옅은 띠가 돌아올 수 있는 영역입니다.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143000"/>
            <a:ext cx="4023359" cy="50749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7448" y="1207008"/>
            <a:ext cx="380390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이론적인 뒷받침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7448" y="1472184"/>
            <a:ext cx="3803903" cy="47091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전문가 정책과 gait가 합쳐지면 안정한 주기 궤도, 곧 극한 주기 궤도가 됩니다. 작은 흔들림이 있어도 돌아온다는 것은 실험으로 이미 보고 있습니다.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돌아오는 영역을 흡인 영역이라고 부릅니다. 전환은 상태를 목표 궤도 기준으로 갑자기 점프시키는 일입니다. 점프한 곳이 흡인 영역 안이면 살고, 밖이면 넘어집니다.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흡인 영역의 경계는 28차원이라 직접 계산할 수 없습니다. 하지만 궤도에서 가까울수록 안에 있을 확률이 높습니다. 그래서 거리를 줄이는 것이 살아남을 확률을 높이는 대리 목표가 됩니다.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진동자 이론에는 궤도 밖의 점에도 결국 어느 위상으로 수렴하는지가 정해져 있다는 결과가 있습니다. 점근 위상, 또는 등위상선이라고 부릅니다. 가장 가까운 점을 고르는 규칙은 이 점근 위상을 가까운 범위에서 근사하는 것입니다.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애니메이션 분야의 모션 그래프도 같은 규칙을 씁니다. 자세와 속도의 거리가 작은 순간에만 동작을 이어 붙입니다.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5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강화학습으로 보면</a:t>
            </a:r>
          </a:p>
        </p:txBody>
      </p:sp>
      <p:pic>
        <p:nvPicPr>
          <p:cNvPr id="3" name="Picture 2" descr="F8b_schematic_init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92938"/>
            <a:ext cx="4206240" cy="25518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790541"/>
            <a:ext cx="420624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8A8A8A"/>
                </a:solidFill>
                <a:latin typeface="맑은 고딕"/>
                <a:ea typeface="맑은 고딕"/>
              </a:rPr>
              <a:t>왼쪽이 출발 gait의 궤도이고 오른쪽이 목표 gait의 궤도입니다. 옅은 영역이 시작 집합입니다.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143000"/>
            <a:ext cx="3749039" cy="292608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1768" y="1207008"/>
            <a:ext cx="35295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시작 집합이라는 말로 정리됩니다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1768" y="1472184"/>
            <a:ext cx="3529583" cy="2560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스킬마다 그 스킬을 안전하게 시작할 수 있는 상태의 집합이 있습니다. 시작 집합이라고 부릅니다. 흡인 영역의 강화학습 이름입니다.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인계 시작 학습은 시작 집합을 넓히는 일입니다. 위상 규칙은 시작 집합 안에 들어가는 점을 고르는 일입니다.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둘은 서로를 보완합니다. 논문의 이야기 한 줄로 쓰기 좋습니다.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51960"/>
            <a:ext cx="8138159" cy="196596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4315968"/>
            <a:ext cx="791870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보상을 바꿔서 이어 학습할 때 조심할 점 (질문에 대한 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581144"/>
            <a:ext cx="7918703" cy="1600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가치 함수가 옛 보상에 맞춰져 있어서 처음 몇 번의 갱신에서 이득 추정이 치우칩니다. 학습률을 낮추고 신뢰 영역 한도를 그대로 두면 한 번에 무너지지는 않습니다.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새 보상만 챙기는 쪽으로 샐 수 있습니다. 항은 작게, 인계 시작 환경에만 넣고, 정지 시작 에피소드는 그대로 둡니다.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시간 기준 조건은 정책이 볼 수 없습니다. 거리 J처럼 상태 기준으로 정의하면 정책이 볼 수 있고 평소 주행에서는 저절로 사라집니다.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새 항은 나중에 0으로 줄여서 원래 보상으로 돌아옵니다. 퍼텐셜 기반이 아닌 보상은 최적 정책을 바꾸기 때문입니다.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5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구현 방법 세 수준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8138160" cy="25603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371600"/>
                <a:gridCol w="2377440"/>
                <a:gridCol w="2194560"/>
                <a:gridCol w="2194560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방법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무엇이 필요한가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장점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주의할 점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거리 기반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궤도 표와 가중치입니다. 은행에서 바로 만듭니다.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설명이 쉽고 학습이 필요 없습니다. 계산 비용이 없습니다.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가중치를 사람이 고릅니다. 실제 실패 원인과 다를 수 있습니다.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분류기 기반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은행 상태와 진입 성공 여부 기록입니다. 이미 있습니다.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시작 집합을 데이터로 직접 추정합니다. 실제 원인을 반영합니다.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데이터가 없는 gait 쌍에는 약합니다. 해석이 조금 어렵습니다.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가치 함수 기반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목표 전문가의 critic입니다. 추가 모델이 없습니다.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정책이 스스로 자신 있는 위상을 고릅니다. 학습과 같이 좋아집니다.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인계 상태가 학습 분포 안에 있어야 믿을 수 있습니다. 인계 시작 학습 뒤에 유효합니다.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02920" y="3886200"/>
            <a:ext cx="8138159" cy="23317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3950208"/>
            <a:ext cx="791870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추천하는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215384"/>
            <a:ext cx="7918703" cy="1965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먼저 거리 기반으로 원리가 맞는지 확인합니다. 학습 없이 규칙만 바꿔 평가하면 몇 분이면 됩니다. 이 덱의 실험이 그것입니다.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다음으로 후보 위상을 전부 시도한 기록으로 분류기를 학습합니다. 어떤 위상도 안 되는 진입과, 위상만 잘 고르면 되는 진입을 가릅니다.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인계 시작 학습을 거친 뒤에는 가치 함수 기반을 비교군으로 둡니다.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50" b="0" i="0">
                <a:solidFill>
                  <a:srgbClr val="262626"/>
                </a:solidFill>
                <a:latin typeface="맑은 고딕"/>
                <a:ea typeface="맑은 고딕"/>
              </a:rPr>
              <a:t>규칙은 경로 추종 시연의 전환 블록과 통합 정책 환경의 위상 정렬에 같은 자리로 꽂힙니다.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5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실험 ① 규칙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4206240" cy="292608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097280"/>
                <a:gridCol w="621792"/>
                <a:gridCol w="621792"/>
                <a:gridCol w="621792"/>
                <a:gridCol w="621792"/>
                <a:gridCol w="621792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목표 gait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위상 0 재시작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부호 정렬 (현행)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가장 가까운 점 (분산)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운동 에너지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부호 정렬 + 운동량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diag_fr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diag_bl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0.36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0.32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0.39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0.31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0.33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forward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left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0.31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0.20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0.33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0.23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right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diag_fl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0.18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0.16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0.13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0.17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0.15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backward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diag_br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0.33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0.28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0.41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0.35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0.33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0.281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0.231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0.290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0.267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0.242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F7_ru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0163"/>
            <a:ext cx="3749039" cy="219743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297680"/>
            <a:ext cx="8138159" cy="1965959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4361688"/>
            <a:ext cx="791870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읽는 법과 판정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626864"/>
            <a:ext cx="7918703" cy="16001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같은 은행 상태 1,440개에 대해 시작 위상 규칙만 바꿔서 150스텝 안에 넘어지는지 봤습니다. 전문가는 지금 대표 모델 그대로입니다.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평균 실패 비율은 위상 0 재시작 0.281, 부호 정렬 (현행) 0.231, 가장 가까운 점 (분산) 0.290, 운동 에너지 0.267, 부호 정렬 + 운동량 0.242 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부호 정렬의 동점을 운동량으로 가르는 규칙은 부호 정렬과 차이가 잡음 범위였습니다.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가장 가까운 점 규칙이 부호 정렬보다 오히려 0.060만큼 나빴습니다. 이 가중치는 실패 원인을 제대로 재지 못한 것입니다.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가장 좋은 규칙은 부호 정렬 (현행)였습니다.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25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실험 ② 거리와 실패</a:t>
            </a:r>
          </a:p>
        </p:txBody>
      </p:sp>
      <p:pic>
        <p:nvPicPr>
          <p:cNvPr id="3" name="Picture 2" descr="F6_distance_vs_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13" y="1143000"/>
            <a:ext cx="3754253" cy="2514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685032"/>
            <a:ext cx="420624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8A8A8A"/>
                </a:solidFill>
                <a:latin typeface="맑은 고딕"/>
                <a:ea typeface="맑은 고딕"/>
              </a:rPr>
              <a:t>진입 순간의 거리 J를 열 구간으로 나누고, 구간마다 넘어진 비율을 찍었습니다.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143000"/>
            <a:ext cx="3749039" cy="283464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1768" y="1207008"/>
            <a:ext cx="35295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읽는 법과 판정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1768" y="1472184"/>
            <a:ext cx="3529583" cy="2468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거리가 짧은 쪽 20퍼센트에서는 실패가 0.21이고, 먼 쪽 20퍼센트에서는 0.28입니다. 상관계수는 0.02입니다.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가장 가까운 10퍼센트 진입만 보면 실패가 0.13로 낮습니다. 이 진입은 대부분 같은 집안 안의 전환입니다. 그 너머에서는 거리와 실패의 관계가 사라집니다.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이 가중치로 잰 거리는 실패를 잘 가르지 못했습니다. 원리가 틀렸다기보다, 무엇을 재야 하는지를 이 가중치가 놓친 것입니다. 해석은 다음 장에 적었습니다.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후보 위상을 전부 시도해 봤습니다. 어떤 위상을 골라도 넘어지는 상태는 평균 0.01뿐입니다. 거의 모든 상태에 살아남는 위상이 하나 이상 있습니다.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다만 이것이 곧 규칙으로 고를 수 있다는 뜻은 아닙니다. 위상별 결과가 상태에서 예측되는지는 다음 장의 지도로 봅니다.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160520"/>
          <a:ext cx="8138160" cy="176936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463040"/>
                <a:gridCol w="2194560"/>
                <a:gridCol w="2194560"/>
                <a:gridCol w="2286000"/>
              </a:tblGrid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목표 gait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부호 정렬 실패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고정 위상 중 최선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어떤 위상도 안 됨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diag_fr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0.38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0.01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diag_bl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0.32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0.24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0.02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forward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0.17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0.01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left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0.20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0.17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0.00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right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0.02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diag_fl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0.16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0.17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0.01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backward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0.11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0.00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diag_br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0.28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0.29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0.02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975603"/>
            <a:ext cx="8138159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00" b="0" i="0">
                <a:solidFill>
                  <a:srgbClr val="595959"/>
                </a:solidFill>
                <a:latin typeface="맑은 고딕"/>
                <a:ea typeface="맑은 고딕"/>
              </a:rPr>
              <a:t>고정 위상 중 최선은 열 하나를 모든 상태에 똑같이 썼을 때 가장 좋은 값입니다. 어떤 위상도 안 됨은 후보를 다 시도해도 전부 넘어진 상태의 비율입니다. 출발 9개, 상태 10개씩입니다.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15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실험 ③ 위상별 결과 지도</a:t>
            </a:r>
          </a:p>
        </p:txBody>
      </p:sp>
      <p:pic>
        <p:nvPicPr>
          <p:cNvPr id="3" name="Picture 2" descr="F9_phase_r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331" y="1143000"/>
            <a:ext cx="6819336" cy="3246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4526280"/>
            <a:ext cx="8138159" cy="1737359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4590288"/>
            <a:ext cx="791870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지도 읽는 법과 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855464"/>
            <a:ext cx="7918703" cy="137159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행 하나가 은행 상태 하나이고, 열 하나가 후보 위상 하나입니다. 빨간 칸은 그 위상에서 시작하면 150스텝 안에 넘어진다는 뜻입니다.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살아남는 칸의 비율은 diag_fr 66%, forward 77%, diag_bl 60%입니다. 어떤 위상도 안 되는 행은 1에서 2퍼센트뿐입니다.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빨간 칸은 흩어져 있지 않고 이웃한 위상끼리 뭉쳐 있습니다. 한 행의 빨간 덩어리 수는 평균 1.4개인데, 같은 칸을 무작위로 섞으면 2.0개가 됩니다. 즉 상태마다 안전한 위상 창이 있습니다.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창의 위치가 상태마다 다르기 때문에 고정 위상 하나로는 안 되고, 상태를 보고 창을 찾는 규칙이 필요합니다. 부호 정렬은 그 창을 부분적으로만 맞춥니다.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850" b="0" i="0">
                <a:solidFill>
                  <a:srgbClr val="262626"/>
                </a:solidFill>
                <a:latin typeface="맑은 고딕"/>
                <a:ea typeface="맑은 고딕"/>
              </a:rPr>
              <a:t>이 지도가 곧 학습 데이터입니다. 상태와 위상을 넣으면 살아남을지 답하는 분류기를 여기서 학습할 수 있습니다. 여덟 목표에 대해 기록이 7,290개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15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결과 해석과 수정된 제안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3977639" cy="246888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207008"/>
            <a:ext cx="37581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왜 부호 정렬이 이겼나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472184"/>
            <a:ext cx="3758183" cy="2103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관절은 방향만 정해 주는 토크 모터입니다. 그래서 토크 방향이 이어지는 것이 상태 거리보다 먼저입니다. 방향이 뒤집힌 관절은 그 순간부터 반대로 밀리기 때문입니다.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거리는 스물여덟 개 숫자를 똑같이 더합니다. 넘어지는 원인은 몇 개 관절의 충돌인데, 그 신호가 나머지 숫자에 묻힙니다.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아주 가까운 진입, 곧 같은 집안 안의 전환만 거리로도 안전하게 골라졌습니다. 거리가 조금이라도 멀어지면 거리는 더 이상 실패를 가르지 못했습니다.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143000"/>
            <a:ext cx="3977639" cy="246888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207008"/>
            <a:ext cx="375818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203864"/>
                </a:solidFill>
                <a:latin typeface="맑은 고딕"/>
                <a:ea typeface="맑은 고딕"/>
              </a:rPr>
              <a:t>그래서 무엇을 재야 하나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3168" y="1472184"/>
            <a:ext cx="3758183" cy="2103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부호 충돌을 먼저 세고, 충돌하는 관절이 얼마나 빠른지로 동점을 가르는 규칙이 자연스러운 다음 후보입니다. 실제로 이 규칙의 평균 실패는 0.242이고, 부호 정렬은 0.231입니다.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가중치를 사람이 하나씩 고르는 대신, 후보 위상을 전부 시도한 기록으로 배우는 것이 정직한 방법입니다. 다음 단계에 적었습니다.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2E75B6"/>
              </a:buClr>
              <a:buChar char="▪"/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어떤 위상을 골라도 넘어지는 상태는 1에서 2퍼센트뿐이었습니다. 실패의 대부분은 위상을 잘 고르면 피할 수 있는 것으로 보입니다. 그래서 규칙을 데이터로 배우는 일이 그만큼 값어치가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94760"/>
            <a:ext cx="8138159" cy="2423160"/>
          </a:xfrm>
          <a:prstGeom prst="roundRect">
            <a:avLst>
              <a:gd name="adj" fmla="val 5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3858768"/>
            <a:ext cx="7918703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원리는 살아 있습니다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123944"/>
            <a:ext cx="7918703" cy="20574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9DC3E6"/>
              </a:buClr>
              <a:buChar char="▪"/>
            </a:pPr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목표 궤도에서 가까운 점을 고른다는 원리는, 가까움을 어떤 계량으로 재느냐에 달려 있습니다. 이번 실험은 관절 공간의 보통 거리가 그 계량이 아니라는 것을 보였습니다.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9DC3E6"/>
              </a:buClr>
              <a:buChar char="▪"/>
            </a:pPr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부호 정렬 자체가 이 원리의 한 계량입니다. 토크 방향 공간에서 다른 부호의 개수를 세는 해밍 거리입니다. 이 계량이 관절 공간 거리보다 실패를 더 잘 가릅니다.</a:t>
            </a:r>
          </a:p>
          <a:p>
            <a:pPr algn="l" marL="146304" indent="-146304">
              <a:lnSpc>
                <a:spcPct val="106000"/>
              </a:lnSpc>
              <a:spcAft>
                <a:spcPts val="300"/>
              </a:spcAft>
              <a:buClr>
                <a:srgbClr val="9DC3E6"/>
              </a:buClr>
              <a:buChar char="▪"/>
            </a:pPr>
            <a:r>
              <a:rPr sz="950" b="0" i="0">
                <a:solidFill>
                  <a:srgbClr val="FFFFFF"/>
                </a:solidFill>
                <a:latin typeface="맑은 고딕"/>
                <a:ea typeface="맑은 고딕"/>
              </a:rPr>
              <a:t>그래서 논문에는 어떤 계량이 맞는지를 실험으로 정한 과정으로 쓸 수 있습니다. 부정적인 결과도 그대로 적는 것이 이 덱의 원칙입니다.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참고문헌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8138160" cy="40233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554480"/>
                <a:gridCol w="3931920"/>
                <a:gridCol w="2651760"/>
              </a:tblGrid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저자와 연도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제목과 게재처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우리 연구와 어떻게 이어지나</a:t>
                      </a:r>
                    </a:p>
                  </a:txBody>
                  <a:tcPr marL="45720" marR="45720" marT="13716" marB="13716" anchor="ctr">
                    <a:solidFill>
                      <a:srgbClr val="203864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Hirose 1993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Biologically Inspired Robots: Snake-Like Locomotors and Manipulators (Oxford University Press)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gait의 기준 파형인 서펜오이드 곡선입니다.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Winfree 1980, 2판 2001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The Geometry of Biological Time (Springer)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궤도 밖의 점에도 위상을 매기는 점근 위상 개념입니다.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Guckenheimer 1975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Isochrons and phaseless sets, Journal of Mathematical Biology 1권 259–273쪽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등위상선의 존재와 성질을 수학적으로 보였습니다.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Aoi, Tsuchiya 2005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Locomotion Control of a Biped Robot Using Nonlinear Oscillators, Autonomous Robots 19권 219–232쪽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발이 닿는 순간 위상을 되맞춰 보행을 안정화했습니다.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Westervelt, Grizzle, Koditschek 2003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Hybrid Zero Dynamics of Planar Biped Walkers, IEEE Transactions on Automatic Control 48권 1호 42–56쪽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보행을 안정한 주기 궤도로 보는 관점입니다.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Kovar, Gleicher, Pighin 2002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Motion Graphs, ACM Transactions on Graphics 21권 3호 473–482쪽 (SIGGRAPH 2002)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자세와 속도의 거리가 작은 순간에 동작을 이어 붙입니다. gait 라이브러리 전환과 같은 문제입니다.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Konidaris, Barto 2009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Skill Discovery in Continuous Reinforcement Learning Domains using Skill Chaining, NIPS 22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스킬의 시작 집합을 데이터로 배우는 방법입니다.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Bullo, Lewis 2005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Geometric Control of Mechanical Systems (Springer, Texts in Applied Mathematics 49)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질량 행렬을 거리 계량으로 쓰는 근거입니다.</a:t>
                      </a:r>
                    </a:p>
                  </a:txBody>
                  <a:tcPr marL="45720" marR="45720" marT="13716" marB="13716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303520"/>
            <a:ext cx="8138159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95959"/>
                </a:solidFill>
                <a:latin typeface="맑은 고딕"/>
                <a:ea typeface="맑은 고딕"/>
              </a:rPr>
              <a:t>서지 정보는 2026년 9월 11일에 출판사 페이지와 Crossref로 확인했습니다. 전체 목록은 docs/references_transition_learning.md 9절에 있습니다.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 b="1" i="0">
                <a:solidFill>
                  <a:srgbClr val="203864"/>
                </a:solidFill>
                <a:latin typeface="맑은 고딕"/>
                <a:ea typeface="맑은 고딕"/>
              </a:rPr>
              <a:t>전환 위상 선택의 근거 (20260911) ― 다음 단계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4014215" cy="1417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234440"/>
            <a:ext cx="274320" cy="2743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1216152"/>
            <a:ext cx="3483863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 i="0">
                <a:solidFill>
                  <a:srgbClr val="203864"/>
                </a:solidFill>
                <a:latin typeface="맑은 고딕"/>
                <a:ea typeface="맑은 고딕"/>
              </a:rPr>
              <a:t>위상 규칙을 데이터로 배우기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63624"/>
            <a:ext cx="3831335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후보 위상 전부를 시도한 기록 7,290개로, 상태와 위상을 넣으면 살아남을지 답하는 분류기를 학습합니다. 교차 검증으로 부호 정렬보다 나은지 먼저 확인합니다.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26864" y="1143000"/>
            <a:ext cx="4014215" cy="1417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18303" y="1234440"/>
            <a:ext cx="274320" cy="2743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5775" y="1216152"/>
            <a:ext cx="3483863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 i="0">
                <a:solidFill>
                  <a:srgbClr val="203864"/>
                </a:solidFill>
                <a:latin typeface="맑은 고딕"/>
                <a:ea typeface="맑은 고딕"/>
              </a:rPr>
              <a:t>규칙을 실제 자리에 꽂기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3" y="1563624"/>
            <a:ext cx="3831335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경로 추종 시연의 전환 블록과 통합 정책 환경의 위상 정렬에 같은 함수로 넣습니다. 옵션으로 두어 부호 정렬과 바로 비교합니다.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70048"/>
            <a:ext cx="4014215" cy="1417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2761488"/>
            <a:ext cx="274320" cy="2743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743200"/>
            <a:ext cx="3483863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 i="0">
                <a:solidFill>
                  <a:srgbClr val="203864"/>
                </a:solidFill>
                <a:latin typeface="맑은 고딕"/>
                <a:ea typeface="맑은 고딕"/>
              </a:rPr>
              <a:t>인계 시작 학습과 합치기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90672"/>
            <a:ext cx="3831335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새 규칙으로 고른 위상에서 인계 시작 학습을 다시 돌립니다. 규칙은 시작 집합 안의 점을 고르고, 학습은 시작 집합을 넓힙니다.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2670048"/>
            <a:ext cx="4014215" cy="141732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9525">
            <a:solidFill>
              <a:srgbClr val="C7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18303" y="2761488"/>
            <a:ext cx="274320" cy="274320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5" y="2743200"/>
            <a:ext cx="3483863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1" i="0">
                <a:solidFill>
                  <a:srgbClr val="203864"/>
                </a:solidFill>
                <a:latin typeface="맑은 고딕"/>
                <a:ea typeface="맑은 고딕"/>
              </a:rPr>
              <a:t>논문 그림으로 정리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3" y="3090672"/>
            <a:ext cx="3831335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262626"/>
                </a:solidFill>
                <a:latin typeface="맑은 고딕"/>
                <a:ea typeface="맑은 고딕"/>
              </a:rPr>
              <a:t>부호 일치 상한 표, 궤도 그림, 거리와 실패 곡선, 규칙 비교 표를 논문 그림으로 다듬습니다. 파일은 docs/figures/phase_selection 에 있습니다.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51960"/>
            <a:ext cx="8138159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</a:rPr>
              <a:t>이 덱의 실험 스크립트는 training/eval_phase_rules.py 이고, 그림 스크립트와 덱 스크립트는 docs/deck_src 에 있습니다. 결과 파일은 runs/moving_state_bank/eval_phase_rules*.json 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127</TotalTime>
  <Words>778</Words>
  <Application>Microsoft Office PowerPoint</Application>
  <PresentationFormat>화면 슬라이드 쇼(4:3)</PresentationFormat>
  <Paragraphs>102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나눔고딕 ExtraBold</vt:lpstr>
      <vt:lpstr>나눔바른고딕</vt:lpstr>
      <vt:lpstr>맑은 고딕</vt:lpstr>
      <vt:lpstr>Aptos</vt:lpstr>
      <vt:lpstr>Arial</vt:lpstr>
      <vt:lpstr>Office 테마</vt:lpstr>
      <vt:lpstr>PowerPoint 프레젠테이션</vt:lpstr>
      <vt:lpstr>마스터 디바이스 설계 (20260901) ― 참고 장치: ROBOTIS FFW-LG2 리더</vt:lpstr>
      <vt:lpstr>마스터 디바이스 설계 (20260901) ― 설계 방향(안): 하이브리드 리더 구조</vt:lpstr>
      <vt:lpstr>마스터 디바이스 설계 (20260901) ― 힘 피드백 모터 배치</vt:lpstr>
      <vt:lpstr>마스터 디바이스 설계 (20260901) ― 백팩형 프레임 구조·재료(안)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봉섭 송</dc:creator>
  <cp:lastModifiedBy>송봉섭</cp:lastModifiedBy>
  <cp:revision>1</cp:revision>
  <dcterms:created xsi:type="dcterms:W3CDTF">2025-07-25T03:05:58Z</dcterms:created>
  <dcterms:modified xsi:type="dcterms:W3CDTF">2026-09-01T05:59:19Z</dcterms:modified>
</cp:coreProperties>
</file>