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62" r:id="rId6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9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봉섭 송" userId="9dd4fb05f2e6bfde" providerId="LiveId" clId="{1D22D70D-4204-4D58-8D5B-47E947AE2A9A}"/>
    <pc:docChg chg="delSld">
      <pc:chgData name="봉섭 송" userId="9dd4fb05f2e6bfde" providerId="LiveId" clId="{1D22D70D-4204-4D58-8D5B-47E947AE2A9A}" dt="2026-09-01T05:58:56.185" v="1" actId="47"/>
      <pc:docMkLst>
        <pc:docMk/>
      </pc:docMkLst>
      <pc:sldChg chg="del">
        <pc:chgData name="봉섭 송" userId="9dd4fb05f2e6bfde" providerId="LiveId" clId="{1D22D70D-4204-4D58-8D5B-47E947AE2A9A}" dt="2026-09-01T05:58:56.185" v="1" actId="47"/>
        <pc:sldMkLst>
          <pc:docMk/>
          <pc:sldMk cId="2896366608" sldId="257"/>
        </pc:sldMkLst>
      </pc:sldChg>
      <pc:sldChg chg="del">
        <pc:chgData name="봉섭 송" userId="9dd4fb05f2e6bfde" providerId="LiveId" clId="{1D22D70D-4204-4D58-8D5B-47E947AE2A9A}" dt="2026-09-01T05:58:55.089" v="0" actId="47"/>
        <pc:sldMkLst>
          <pc:docMk/>
          <pc:sldMk cId="2042099477" sldId="258"/>
        </pc:sldMkLst>
      </pc:sldChg>
    </pc:docChg>
  </pc:docChgLst>
  <pc:docChgLst>
    <pc:chgData name="봉섭 송" userId="9dd4fb05f2e6bfde" providerId="LiveId" clId="{0270B4CD-82C6-44B5-8118-D32A3FCFFC3F}"/>
    <pc:docChg chg="undo custSel addSld modSld modMainMaster">
      <pc:chgData name="봉섭 송" userId="9dd4fb05f2e6bfde" providerId="LiveId" clId="{0270B4CD-82C6-44B5-8118-D32A3FCFFC3F}" dt="2025-07-25T05:12:46.927" v="485" actId="14"/>
      <pc:docMkLst>
        <pc:docMk/>
      </pc:docMkLst>
      <pc:sldChg chg="modSp mod">
        <pc:chgData name="봉섭 송" userId="9dd4fb05f2e6bfde" providerId="LiveId" clId="{0270B4CD-82C6-44B5-8118-D32A3FCFFC3F}" dt="2025-07-25T05:10:31.525" v="262" actId="20577"/>
        <pc:sldMkLst>
          <pc:docMk/>
          <pc:sldMk cId="2896366608" sldId="257"/>
        </pc:sldMkLst>
        <pc:spChg chg="mod">
          <ac:chgData name="봉섭 송" userId="9dd4fb05f2e6bfde" providerId="LiveId" clId="{0270B4CD-82C6-44B5-8118-D32A3FCFFC3F}" dt="2025-07-25T05:10:31.525" v="262" actId="20577"/>
          <ac:spMkLst>
            <pc:docMk/>
            <pc:sldMk cId="2896366608" sldId="257"/>
            <ac:spMk id="2" creationId="{318D47AD-F087-658B-22EF-7514FABCBCD9}"/>
          </ac:spMkLst>
        </pc:spChg>
      </pc:sldChg>
      <pc:sldChg chg="modSp new mod">
        <pc:chgData name="봉섭 송" userId="9dd4fb05f2e6bfde" providerId="LiveId" clId="{0270B4CD-82C6-44B5-8118-D32A3FCFFC3F}" dt="2025-07-25T05:12:46.927" v="485" actId="14"/>
        <pc:sldMkLst>
          <pc:docMk/>
          <pc:sldMk cId="2042099477" sldId="258"/>
        </pc:sldMkLst>
        <pc:spChg chg="mod">
          <ac:chgData name="봉섭 송" userId="9dd4fb05f2e6bfde" providerId="LiveId" clId="{0270B4CD-82C6-44B5-8118-D32A3FCFFC3F}" dt="2025-07-25T05:12:46.927" v="485" actId="14"/>
          <ac:spMkLst>
            <pc:docMk/>
            <pc:sldMk cId="2042099477" sldId="258"/>
            <ac:spMk id="3" creationId="{EF64EBD5-31A7-87CC-0FAA-E617AF62F420}"/>
          </ac:spMkLst>
        </pc:spChg>
      </pc:sldChg>
      <pc:sldMasterChg chg="modSp mod modSldLayout">
        <pc:chgData name="봉섭 송" userId="9dd4fb05f2e6bfde" providerId="LiveId" clId="{0270B4CD-82C6-44B5-8118-D32A3FCFFC3F}" dt="2025-07-25T05:11:19.174" v="349" actId="404"/>
        <pc:sldMasterMkLst>
          <pc:docMk/>
          <pc:sldMasterMk cId="3503047764" sldId="2147483660"/>
        </pc:sldMasterMkLst>
        <pc:spChg chg="mod">
          <ac:chgData name="봉섭 송" userId="9dd4fb05f2e6bfde" providerId="LiveId" clId="{0270B4CD-82C6-44B5-8118-D32A3FCFFC3F}" dt="2025-07-25T05:09:21.272" v="24" actId="20577"/>
          <ac:spMkLst>
            <pc:docMk/>
            <pc:sldMasterMk cId="3503047764" sldId="2147483660"/>
            <ac:spMk id="2" creationId="{00000000-0000-0000-0000-000000000000}"/>
          </ac:spMkLst>
        </pc:spChg>
        <pc:sldLayoutChg chg="modSp mod">
          <pc:chgData name="봉섭 송" userId="9dd4fb05f2e6bfde" providerId="LiveId" clId="{0270B4CD-82C6-44B5-8118-D32A3FCFFC3F}" dt="2025-07-25T05:11:06.327" v="315" actId="20577"/>
          <pc:sldLayoutMkLst>
            <pc:docMk/>
            <pc:sldMasterMk cId="3503047764" sldId="2147483660"/>
            <pc:sldLayoutMk cId="999962056" sldId="2147483661"/>
          </pc:sldLayoutMkLst>
          <pc:spChg chg="mod">
            <ac:chgData name="봉섭 송" userId="9dd4fb05f2e6bfde" providerId="LiveId" clId="{0270B4CD-82C6-44B5-8118-D32A3FCFFC3F}" dt="2025-07-25T05:10:53.651" v="263" actId="404"/>
            <ac:spMkLst>
              <pc:docMk/>
              <pc:sldMasterMk cId="3503047764" sldId="2147483660"/>
              <pc:sldLayoutMk cId="999962056" sldId="2147483661"/>
              <ac:spMk id="2" creationId="{00000000-0000-0000-0000-000000000000}"/>
            </ac:spMkLst>
          </pc:spChg>
          <pc:spChg chg="mod">
            <ac:chgData name="봉섭 송" userId="9dd4fb05f2e6bfde" providerId="LiveId" clId="{0270B4CD-82C6-44B5-8118-D32A3FCFFC3F}" dt="2025-07-25T05:11:06.327" v="315" actId="20577"/>
            <ac:spMkLst>
              <pc:docMk/>
              <pc:sldMasterMk cId="3503047764" sldId="2147483660"/>
              <pc:sldLayoutMk cId="999962056" sldId="2147483661"/>
              <ac:spMk id="3" creationId="{00000000-0000-0000-0000-000000000000}"/>
            </ac:spMkLst>
          </pc:spChg>
        </pc:sldLayoutChg>
        <pc:sldLayoutChg chg="modSp mod">
          <pc:chgData name="봉섭 송" userId="9dd4fb05f2e6bfde" providerId="LiveId" clId="{0270B4CD-82C6-44B5-8118-D32A3FCFFC3F}" dt="2025-07-25T05:09:57.349" v="160" actId="20577"/>
          <pc:sldLayoutMkLst>
            <pc:docMk/>
            <pc:sldMasterMk cId="3503047764" sldId="2147483660"/>
            <pc:sldLayoutMk cId="3381022345" sldId="2147483662"/>
          </pc:sldLayoutMkLst>
          <pc:spChg chg="mod">
            <ac:chgData name="봉섭 송" userId="9dd4fb05f2e6bfde" providerId="LiveId" clId="{0270B4CD-82C6-44B5-8118-D32A3FCFFC3F}" dt="2025-07-25T05:09:57.349" v="160" actId="20577"/>
            <ac:spMkLst>
              <pc:docMk/>
              <pc:sldMasterMk cId="3503047764" sldId="2147483660"/>
              <pc:sldLayoutMk cId="3381022345" sldId="2147483662"/>
              <ac:spMk id="2" creationId="{00000000-0000-0000-0000-000000000000}"/>
            </ac:spMkLst>
          </pc:spChg>
        </pc:sldLayoutChg>
        <pc:sldLayoutChg chg="modSp mod">
          <pc:chgData name="봉섭 송" userId="9dd4fb05f2e6bfde" providerId="LiveId" clId="{0270B4CD-82C6-44B5-8118-D32A3FCFFC3F}" dt="2025-07-25T05:09:51.662" v="130" actId="20577"/>
          <pc:sldLayoutMkLst>
            <pc:docMk/>
            <pc:sldMasterMk cId="3503047764" sldId="2147483660"/>
            <pc:sldLayoutMk cId="1581295141" sldId="2147483663"/>
          </pc:sldLayoutMkLst>
          <pc:spChg chg="mod">
            <ac:chgData name="봉섭 송" userId="9dd4fb05f2e6bfde" providerId="LiveId" clId="{0270B4CD-82C6-44B5-8118-D32A3FCFFC3F}" dt="2025-07-25T05:09:51.662" v="130" actId="20577"/>
            <ac:spMkLst>
              <pc:docMk/>
              <pc:sldMasterMk cId="3503047764" sldId="2147483660"/>
              <pc:sldLayoutMk cId="1581295141" sldId="2147483663"/>
              <ac:spMk id="2" creationId="{00000000-0000-0000-0000-000000000000}"/>
            </ac:spMkLst>
          </pc:spChg>
        </pc:sldLayoutChg>
        <pc:sldLayoutChg chg="modSp mod">
          <pc:chgData name="봉섭 송" userId="9dd4fb05f2e6bfde" providerId="LiveId" clId="{0270B4CD-82C6-44B5-8118-D32A3FCFFC3F}" dt="2025-07-25T05:10:03.379" v="190" actId="20577"/>
          <pc:sldLayoutMkLst>
            <pc:docMk/>
            <pc:sldMasterMk cId="3503047764" sldId="2147483660"/>
            <pc:sldLayoutMk cId="1320606577" sldId="2147483664"/>
          </pc:sldLayoutMkLst>
          <pc:spChg chg="mod">
            <ac:chgData name="봉섭 송" userId="9dd4fb05f2e6bfde" providerId="LiveId" clId="{0270B4CD-82C6-44B5-8118-D32A3FCFFC3F}" dt="2025-07-25T05:10:03.379" v="190" actId="20577"/>
            <ac:spMkLst>
              <pc:docMk/>
              <pc:sldMasterMk cId="3503047764" sldId="2147483660"/>
              <pc:sldLayoutMk cId="1320606577" sldId="2147483664"/>
              <ac:spMk id="9" creationId="{B27F88D2-EC5E-DBF6-E21D-497995EF9E1B}"/>
            </ac:spMkLst>
          </pc:spChg>
        </pc:sldLayoutChg>
        <pc:sldLayoutChg chg="modSp mod">
          <pc:chgData name="봉섭 송" userId="9dd4fb05f2e6bfde" providerId="LiveId" clId="{0270B4CD-82C6-44B5-8118-D32A3FCFFC3F}" dt="2025-07-25T05:10:09.033" v="220" actId="20577"/>
          <pc:sldLayoutMkLst>
            <pc:docMk/>
            <pc:sldMasterMk cId="3503047764" sldId="2147483660"/>
            <pc:sldLayoutMk cId="2726045758" sldId="2147483665"/>
          </pc:sldLayoutMkLst>
          <pc:spChg chg="mod">
            <ac:chgData name="봉섭 송" userId="9dd4fb05f2e6bfde" providerId="LiveId" clId="{0270B4CD-82C6-44B5-8118-D32A3FCFFC3F}" dt="2025-07-25T05:10:09.033" v="220" actId="20577"/>
            <ac:spMkLst>
              <pc:docMk/>
              <pc:sldMasterMk cId="3503047764" sldId="2147483660"/>
              <pc:sldLayoutMk cId="2726045758" sldId="2147483665"/>
              <ac:spMk id="11" creationId="{F312103E-2AA1-49A9-5F86-9EAEB087527F}"/>
            </ac:spMkLst>
          </pc:spChg>
        </pc:sldLayoutChg>
        <pc:sldLayoutChg chg="modSp mod">
          <pc:chgData name="봉섭 송" userId="9dd4fb05f2e6bfde" providerId="LiveId" clId="{0270B4CD-82C6-44B5-8118-D32A3FCFFC3F}" dt="2025-07-25T05:10:15.159" v="250" actId="20577"/>
          <pc:sldLayoutMkLst>
            <pc:docMk/>
            <pc:sldMasterMk cId="3503047764" sldId="2147483660"/>
            <pc:sldLayoutMk cId="2930056388" sldId="2147483666"/>
          </pc:sldLayoutMkLst>
          <pc:spChg chg="mod">
            <ac:chgData name="봉섭 송" userId="9dd4fb05f2e6bfde" providerId="LiveId" clId="{0270B4CD-82C6-44B5-8118-D32A3FCFFC3F}" dt="2025-07-25T05:10:15.159" v="250" actId="20577"/>
            <ac:spMkLst>
              <pc:docMk/>
              <pc:sldMasterMk cId="3503047764" sldId="2147483660"/>
              <pc:sldLayoutMk cId="2930056388" sldId="2147483666"/>
              <ac:spMk id="7" creationId="{26BAA18B-577E-9702-D54A-360A6F31E0B0}"/>
            </ac:spMkLst>
          </pc:spChg>
        </pc:sldLayoutChg>
        <pc:sldLayoutChg chg="modSp mod">
          <pc:chgData name="봉섭 송" userId="9dd4fb05f2e6bfde" providerId="LiveId" clId="{0270B4CD-82C6-44B5-8118-D32A3FCFFC3F}" dt="2025-07-25T05:10:19.094" v="251"/>
          <pc:sldLayoutMkLst>
            <pc:docMk/>
            <pc:sldMasterMk cId="3503047764" sldId="2147483660"/>
            <pc:sldLayoutMk cId="1444427807" sldId="2147483668"/>
          </pc:sldLayoutMkLst>
          <pc:spChg chg="mod">
            <ac:chgData name="봉섭 송" userId="9dd4fb05f2e6bfde" providerId="LiveId" clId="{0270B4CD-82C6-44B5-8118-D32A3FCFFC3F}" dt="2025-07-25T05:10:19.094" v="251"/>
            <ac:spMkLst>
              <pc:docMk/>
              <pc:sldMasterMk cId="3503047764" sldId="2147483660"/>
              <pc:sldLayoutMk cId="1444427807" sldId="2147483668"/>
              <ac:spMk id="9" creationId="{4E9060D6-2E26-428F-3B94-161B4DB197AB}"/>
            </ac:spMkLst>
          </pc:spChg>
        </pc:sldLayoutChg>
        <pc:sldLayoutChg chg="modSp mod">
          <pc:chgData name="봉섭 송" userId="9dd4fb05f2e6bfde" providerId="LiveId" clId="{0270B4CD-82C6-44B5-8118-D32A3FCFFC3F}" dt="2025-07-25T05:11:19.174" v="349" actId="404"/>
          <pc:sldLayoutMkLst>
            <pc:docMk/>
            <pc:sldMasterMk cId="3503047764" sldId="2147483660"/>
            <pc:sldLayoutMk cId="1414196457" sldId="2147483669"/>
          </pc:sldLayoutMkLst>
          <pc:spChg chg="mod">
            <ac:chgData name="봉섭 송" userId="9dd4fb05f2e6bfde" providerId="LiveId" clId="{0270B4CD-82C6-44B5-8118-D32A3FCFFC3F}" dt="2025-07-25T05:11:19.174" v="349" actId="404"/>
            <ac:spMkLst>
              <pc:docMk/>
              <pc:sldMasterMk cId="3503047764" sldId="2147483660"/>
              <pc:sldLayoutMk cId="1414196457" sldId="2147483669"/>
              <ac:spMk id="6" creationId="{AFC2F428-42EA-F0C0-8AC4-BEBCF19DB73E}"/>
            </ac:spMkLst>
          </pc:spChg>
          <pc:spChg chg="mod">
            <ac:chgData name="봉섭 송" userId="9dd4fb05f2e6bfde" providerId="LiveId" clId="{0270B4CD-82C6-44B5-8118-D32A3FCFFC3F}" dt="2025-07-25T05:11:14.240" v="348" actId="20577"/>
            <ac:spMkLst>
              <pc:docMk/>
              <pc:sldMasterMk cId="3503047764" sldId="2147483660"/>
              <pc:sldLayoutMk cId="1414196457" sldId="2147483669"/>
              <ac:spMk id="7" creationId="{0484623C-BF48-26A0-4CA9-B33540FDBDE4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282BD-832C-455F-AC78-92AF63B11E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18D-F7C7-4EEA-AC78-C3010980D2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54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122363"/>
            <a:ext cx="7772400" cy="720000"/>
          </a:xfrm>
        </p:spPr>
        <p:txBody>
          <a:bodyPr anchor="b">
            <a:noAutofit/>
          </a:bodyPr>
          <a:lstStyle>
            <a:lvl1pPr algn="l">
              <a:defRPr sz="4400" b="0" u="none">
                <a:solidFill>
                  <a:srgbClr val="0020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924067"/>
            <a:ext cx="6858000" cy="6120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5EBE1-83F8-4968-B4F8-F5C45C3D900E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6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2BE8F1-DB05-8C61-C2ED-62416299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0778-E23E-447A-AF77-6E451A8F4442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6EBBFC-53A7-D35F-7228-773CA2FF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38411-E4FE-1160-8E87-F294D824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C2F428-42EA-F0C0-8AC4-BEBCF19DB7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7350" y="283377"/>
            <a:ext cx="6459128" cy="720000"/>
          </a:xfrm>
        </p:spPr>
        <p:txBody>
          <a:bodyPr anchor="b">
            <a:noAutofit/>
          </a:bodyPr>
          <a:lstStyle>
            <a:lvl1pPr algn="ctr">
              <a:defRPr sz="4400" b="0" u="none">
                <a:solidFill>
                  <a:srgbClr val="0020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484623C-BF48-26A0-4CA9-B33540FDBD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217057"/>
            <a:ext cx="6858000" cy="612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D158E4F-9322-E7DA-A601-1342B0FBD4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4663" y="1903689"/>
            <a:ext cx="2743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3B3838"/>
                </a:solidFill>
                <a:latin typeface="맑은 고딕" pitchFamily="50" charset="-127"/>
                <a:ea typeface="맑은 고딕" pitchFamily="50" charset="-127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1419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2CE5537C-D061-8382-E4B3-2F4CEB02FD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266680"/>
            <a:ext cx="7886700" cy="7600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BFDF09-8894-4CA3-B2B6-992A4C184223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지능로봇시스템연구실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B7CBBB-CC29-439D-B481-ED9AB375DB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9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속지-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5">
            <a:extLst>
              <a:ext uri="{FF2B5EF4-FFF2-40B4-BE49-F238E27FC236}">
                <a16:creationId xmlns:a16="http://schemas.microsoft.com/office/drawing/2014/main" id="{492497FE-5723-0CE5-34A2-07E6222736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04973"/>
            <a:ext cx="7886700" cy="527199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BDA1-9B75-49A1-A310-A91AC840E0C1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2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-콘텐츠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5">
            <a:extLst>
              <a:ext uri="{FF2B5EF4-FFF2-40B4-BE49-F238E27FC236}">
                <a16:creationId xmlns:a16="http://schemas.microsoft.com/office/drawing/2014/main" id="{16650974-4D04-B72C-42B4-D638975096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04973"/>
            <a:ext cx="3886200" cy="527199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04973"/>
            <a:ext cx="3886200" cy="527199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8970-9E63-4076-B76F-F2D19FAF659C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7F88D2-EC5E-DBF6-E21D-497995EF9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60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-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5">
            <a:extLst>
              <a:ext uri="{FF2B5EF4-FFF2-40B4-BE49-F238E27FC236}">
                <a16:creationId xmlns:a16="http://schemas.microsoft.com/office/drawing/2014/main" id="{C0B59629-659F-2768-45AB-202C6DBA03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98736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06082"/>
            <a:ext cx="3868340" cy="43835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98736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06082"/>
            <a:ext cx="3887391" cy="43835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6867-B909-44F9-B576-8B7F8629B27D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12103E-2AA1-49A9-5F86-9EAEB0875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045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-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5">
            <a:extLst>
              <a:ext uri="{FF2B5EF4-FFF2-40B4-BE49-F238E27FC236}">
                <a16:creationId xmlns:a16="http://schemas.microsoft.com/office/drawing/2014/main" id="{D893E106-35BC-7AB0-C3E1-7E3FF5073E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59B-D0F3-4882-A800-AD288960EB31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BAA18B-577E-9702-D54A-360A6F31E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05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5">
            <a:extLst>
              <a:ext uri="{FF2B5EF4-FFF2-40B4-BE49-F238E27FC236}">
                <a16:creationId xmlns:a16="http://schemas.microsoft.com/office/drawing/2014/main" id="{5FF8F383-BEB8-B8FE-4519-6914D9C846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EFF4-7274-4DF9-9F5A-66F47F09CD52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33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5">
            <a:extLst>
              <a:ext uri="{FF2B5EF4-FFF2-40B4-BE49-F238E27FC236}">
                <a16:creationId xmlns:a16="http://schemas.microsoft.com/office/drawing/2014/main" id="{52B04BB0-2366-6A86-A05D-F449E6D49D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AFFDABF-AA7A-0BB1-F6B9-3547A4656655}"/>
              </a:ext>
            </a:extLst>
          </p:cNvPr>
          <p:cNvSpPr/>
          <p:nvPr userDrawn="1"/>
        </p:nvSpPr>
        <p:spPr>
          <a:xfrm>
            <a:off x="627458" y="923723"/>
            <a:ext cx="3086100" cy="4945265"/>
          </a:xfrm>
          <a:prstGeom prst="roundRect">
            <a:avLst>
              <a:gd name="adj" fmla="val 905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254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23828"/>
            <a:ext cx="4629150" cy="493722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7458" y="989012"/>
            <a:ext cx="3086100" cy="479904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3A61-9F1A-4B82-978D-3B1389208BF0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9060D6-2E26-428F-3B94-161B4DB197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278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6058"/>
            <a:ext cx="7886700" cy="4960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C5E3C-E812-46A2-B119-F20CBB56C077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/>
              <a:t>지능로봇시스템연구실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04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A4123-D021-64F4-BA91-065433FD3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925512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53CAA9-91E7-F679-693B-8CC569901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B93B13-677E-94C1-6C1F-EE49844D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10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20640" cy="0"/>
          </a:xfrm>
        </p:spPr>
        <p:txBody>
          <a:bodyPr wrap="square"/>
          <a:lstStyle/>
          <a:p>
            <a:pPr algn="l"/>
            <a:r>
              <a:rPr sz="16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(20260901) ― 참고 장치: ROBOTIS FFW-LG2 리더</a:t>
            </a:r>
          </a:p>
        </p:txBody>
      </p:sp>
      <p:pic>
        <p:nvPicPr>
          <p:cNvPr id="3" name="Picture 2" descr="screenshot-178824154460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4160520" cy="2298192"/>
          </a:xfrm>
          <a:prstGeom prst="rect">
            <a:avLst/>
          </a:prstGeom>
          <a:ln w="9525">
            <a:solidFill>
              <a:srgbClr val="C7D3E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02920" y="3514344"/>
            <a:ext cx="41605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FFW-LG2 리더 착용 개념 (대화 중 참조 이미지, 원출처: ROBOTIS)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069080"/>
            <a:ext cx="4160520" cy="205740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핵심 시사점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사람 양팔 움직임을 로봇에 전달하는 착용형 bilateral leader — imitation learning용 데모 데이터 수집이 핵심 용도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Sapiens K0는 팔 5 DOF×2(전신 23 DOF)로 FFW-LG2(7 DOF×2)와 관절 구성 불일치 → </a:t>
            </a:r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joint-to-joint 매핑 대신 kinematic retargeting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188720"/>
            <a:ext cx="374903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공개 사양 (ROBOTIS 공식 문서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517904"/>
          <a:ext cx="374904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FFW-LG2</a:t>
                      </a:r>
                    </a:p>
                  </a:txBody>
                  <a:tcPr marL="54864" marR="54864" marT="18288" marB="18288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598 × 146 × 705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무게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 kg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Arm DOF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 DOF ×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Gripper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DOF × 2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Joystick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DOF ×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 DOF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 DOF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관절 구동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DYNAMIXEL-X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통신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TTL, 4 Mbps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ROS 2 · Python · C++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92040" y="4709160"/>
            <a:ext cx="3749039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로보티즈 문서상 "AI Worker system의 control device". 양쪽 hand trigger로 follower 동기화, grip button으로 그리퍼 조작. ROS 2 실행명: ffw_lg2_leader_ai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20640" cy="0"/>
          </a:xfrm>
        </p:spPr>
        <p:txBody>
          <a:bodyPr wrap="square"/>
          <a:lstStyle/>
          <a:p>
            <a:pPr algn="l"/>
            <a:r>
              <a:rPr sz="16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(20260901) ― 설계 방향(안): 하이브리드 리더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52360" y="89611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후보안 · 미확정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5661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한 팔 기준 구성 (개념)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499616"/>
            <a:ext cx="2560320" cy="365760"/>
          </a:xfrm>
          <a:prstGeom prst="roundRect">
            <a:avLst>
              <a:gd name="adj" fmla="val 18000"/>
            </a:avLst>
          </a:prstGeom>
          <a:solidFill>
            <a:srgbClr val="203864"/>
          </a:solidFill>
          <a:ln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몸통 하네스 (백팩형)</a:t>
            </a:r>
          </a:p>
        </p:txBody>
      </p:sp>
      <p:sp>
        <p:nvSpPr>
          <p:cNvPr id="6" name="Down Arrow 5"/>
          <p:cNvSpPr/>
          <p:nvPr/>
        </p:nvSpPr>
        <p:spPr>
          <a:xfrm>
            <a:off x="2276856" y="1883664"/>
            <a:ext cx="109728" cy="118872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2020824"/>
            <a:ext cx="3017520" cy="4846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어깨 2~3 DoF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절대 엔코더 (+V2: 모터)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76856" y="2523744"/>
            <a:ext cx="109728" cy="118872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1600" y="2660903"/>
            <a:ext cx="1920239" cy="274320"/>
          </a:xfrm>
          <a:prstGeom prst="roundRect">
            <a:avLst>
              <a:gd name="adj" fmla="val 18000"/>
            </a:avLst>
          </a:prstGeom>
          <a:solidFill>
            <a:srgbClr val="EEF3FA"/>
          </a:solidFill>
          <a:ln>
            <a:solidFill>
              <a:srgbClr val="EEF3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상완 링크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76856" y="2953511"/>
            <a:ext cx="109728" cy="118872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3090671"/>
            <a:ext cx="3017520" cy="4846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팔꿈치 1 DoF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절대 엔코더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76856" y="3593591"/>
            <a:ext cx="109728" cy="118872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71600" y="3730752"/>
            <a:ext cx="1920239" cy="274320"/>
          </a:xfrm>
          <a:prstGeom prst="roundRect">
            <a:avLst>
              <a:gd name="adj" fmla="val 18000"/>
            </a:avLst>
          </a:prstGeom>
          <a:solidFill>
            <a:srgbClr val="EEF3FA"/>
          </a:solidFill>
          <a:ln>
            <a:solidFill>
              <a:srgbClr val="EEF3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전완 링크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76856" y="4023360"/>
            <a:ext cx="109728" cy="118872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59" y="4160520"/>
            <a:ext cx="301752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VR 컨트롤러 (크래들 고정)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6DoF pose · trigger · grip · 버튼</a:t>
            </a:r>
          </a:p>
          <a:p>
            <a:pPr algn="ctr"/>
            <a:r>
              <a:rPr sz="850" b="1" i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→ 손목 3축 기구 대체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188720"/>
            <a:ext cx="4206240" cy="320040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핵심 아이디어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부분 착용형 leader + 6DoF VR 컨트롤러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하이브리드: FFW-LG2 팔 14관절 → 물리 관절 6~8개 + 컨트롤러 2개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착용 기구부는 IK redundancy(elbow swivel 등) 결정용 posture 측정 담당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최적화 기반 retargeting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: hand pose 가중치 최대, elbow/shoulder posture는 soft constraint → 로봇 기종에 비종속 (리더 1대로 여러 로봇 팔 제어)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컨트롤러는 손으로 쥐지 않고 forearm 끝 크래들에 고정 + 초기 캘리브레이션 → 손목 변환 안정화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02352"/>
            <a:ext cx="27432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프로토타입 로드맵 (제안)</a:t>
            </a:r>
          </a:p>
        </p:txBody>
      </p:sp>
      <p:sp>
        <p:nvSpPr>
          <p:cNvPr id="18" name="Pentagon 17"/>
          <p:cNvSpPr/>
          <p:nvPr/>
        </p:nvSpPr>
        <p:spPr>
          <a:xfrm>
            <a:off x="548640" y="5468112"/>
            <a:ext cx="2606040" cy="777240"/>
          </a:xfrm>
          <a:prstGeom prst="homePlate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V1  패시브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엔코더 + XR 컨트롤러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트래킹·retargeting·착용성 검증</a:t>
            </a:r>
          </a:p>
        </p:txBody>
      </p:sp>
      <p:sp>
        <p:nvSpPr>
          <p:cNvPr id="19" name="Pentagon 18"/>
          <p:cNvSpPr/>
          <p:nvPr/>
        </p:nvSpPr>
        <p:spPr>
          <a:xfrm>
            <a:off x="3291840" y="5468112"/>
            <a:ext cx="2606040" cy="77724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 어깨 모터 추가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중력보상 + coarse haptic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5468112"/>
            <a:ext cx="2606040" cy="7772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V3  힘 반영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force reflection · virtual fixture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20640" cy="0"/>
          </a:xfrm>
        </p:spPr>
        <p:txBody>
          <a:bodyPr wrap="square"/>
          <a:lstStyle/>
          <a:p>
            <a:pPr algn="l"/>
            <a:r>
              <a:rPr sz="16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(20260901) ― 힘 피드백 모터 배치</a:t>
            </a:r>
          </a:p>
        </p:txBody>
      </p:sp>
      <p:pic>
        <p:nvPicPr>
          <p:cNvPr id="3" name="Picture 2" descr="screenshot-178824164854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3931920" cy="1573353"/>
          </a:xfrm>
          <a:prstGeom prst="rect">
            <a:avLst/>
          </a:prstGeom>
          <a:ln w="9525">
            <a:solidFill>
              <a:srgbClr val="C7D3E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02920" y="2816937"/>
            <a:ext cx="39319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τ = J(q)ᵀF</a:t>
            </a: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― 손끝 힘은 관절에서 멀수록 큰 토크 필요 → 강한 모터는 proximal 관절(어깨)에 우선 배치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11880"/>
            <a:ext cx="3931920" cy="260604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모터 선정 기준 (힘 피드백 품질)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continuous torque → backdrivability → reflected inertia → friction → torque bandwidth</a:t>
            </a: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순으로 평가 ― stall torque만으로 비교 금지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Torque capability ↔ transparency trade-off: 무부하 시 "기구가 없는 것처럼", 접촉 순간에만 정확한 저항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손끝 접촉력은 τ=JᵀF로 어깨·팔꿈치 토크로 표현. 순수 손목 모멘트(드라이버 돌리기류)는 포기하고 경량화 우선 (데이터 수집 중심)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07008"/>
            <a:ext cx="397763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관절별 배치안 (강/약 토크 모터 2종 보유 전제)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63440" y="1536192"/>
          <a:ext cx="3977639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운동 관절</a:t>
                      </a:r>
                    </a:p>
                  </a:txBody>
                  <a:tcPr marL="54864" marR="54864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모터</a:t>
                      </a:r>
                    </a:p>
                  </a:txBody>
                  <a:tcPr marL="54864" marR="54864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</a:t>
                      </a:r>
                    </a:p>
                  </a:txBody>
                  <a:tcPr marL="54864" marR="54864" marT="18288" marB="18288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Shoulder elevation #1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팔이 moment arm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Shoulder elevation #2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상완+전완 하중 부담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Elbow flex/ext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강/약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전완·손 하중, 손끝 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Shoulder 축회전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중력보상 요구 작음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Forearm 회내·회외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transparency 우선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―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VR 컨트롤러로 대체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63440" y="4434840"/>
            <a:ext cx="3977639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강한 모터 2개/팔 제한 시: 어깨 elevation 2축 우선. 팔꿈치 접촉력 표현이 중요하면 어깨 1축 + 팔꿈치 조합도 검토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20640" cy="0"/>
          </a:xfrm>
        </p:spPr>
        <p:txBody>
          <a:bodyPr wrap="square"/>
          <a:lstStyle/>
          <a:p>
            <a:pPr algn="l"/>
            <a:r>
              <a:rPr sz="160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(20260901) ― 백팩형 프레임 구조·재료(안)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3474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착용부 구조 개념 (외장 프레임 방식)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00200"/>
            <a:ext cx="2103120" cy="219456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44168" y="1783080"/>
            <a:ext cx="219456" cy="201168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08376" y="1783080"/>
            <a:ext cx="219456" cy="201168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" y="1490472"/>
            <a:ext cx="402336" cy="402336"/>
          </a:xfrm>
          <a:prstGeom prst="ellipse">
            <a:avLst/>
          </a:prstGeom>
          <a:solidFill>
            <a:srgbClr val="C0504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191256" y="1490472"/>
            <a:ext cx="402336" cy="402336"/>
          </a:xfrm>
          <a:prstGeom prst="ellipse">
            <a:avLst/>
          </a:prstGeom>
          <a:solidFill>
            <a:srgbClr val="C0504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480000">
            <a:off x="1618488" y="1856232"/>
            <a:ext cx="219456" cy="13716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 rot="21120000">
            <a:off x="2734056" y="1856232"/>
            <a:ext cx="219456" cy="13716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37360" y="2651760"/>
            <a:ext cx="109728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91640" y="2926080"/>
            <a:ext cx="1188720" cy="777240"/>
          </a:xfrm>
          <a:prstGeom prst="roundRect">
            <a:avLst/>
          </a:prstGeom>
          <a:solidFill>
            <a:srgbClr val="EEF3FA"/>
          </a:solidFill>
          <a:ln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등판 패드
EVA+에어메쉬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86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패딩 힙벨트 (하중→골반)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325880"/>
            <a:ext cx="11430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숄더 액추에이터
마운트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86000"/>
            <a:ext cx="114300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Π자 프레임
(6061 스테이 2
+상단 크로스)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658368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어깨끈+
스터넘</a:t>
            </a:r>
          </a:p>
        </p:txBody>
      </p:sp>
      <p:pic>
        <p:nvPicPr>
          <p:cNvPr id="17" name="Picture 16" descr="screenshot-178824167624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7008"/>
            <a:ext cx="1261872" cy="1556014"/>
          </a:xfrm>
          <a:prstGeom prst="rect">
            <a:avLst/>
          </a:prstGeom>
          <a:ln w="9525">
            <a:solidFill>
              <a:srgbClr val="C7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480560" y="2781310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6061 알루미늄 평철</a:t>
            </a:r>
          </a:p>
        </p:txBody>
      </p:sp>
      <p:pic>
        <p:nvPicPr>
          <p:cNvPr id="19" name="Picture 18" descr="screenshot-1788241676248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07008"/>
            <a:ext cx="1261872" cy="1556014"/>
          </a:xfrm>
          <a:prstGeom prst="rect">
            <a:avLst/>
          </a:prstGeom>
          <a:ln w="9525">
            <a:solidFill>
              <a:srgbClr val="C7D3E3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97880" y="2781310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25mm 웨빙·버클</a:t>
            </a:r>
          </a:p>
        </p:txBody>
      </p:sp>
      <p:pic>
        <p:nvPicPr>
          <p:cNvPr id="21" name="Picture 20" descr="screenshot-1788241676248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07008"/>
            <a:ext cx="1261872" cy="1556014"/>
          </a:xfrm>
          <a:prstGeom prst="rect">
            <a:avLst/>
          </a:prstGeom>
          <a:ln w="9525">
            <a:solidFill>
              <a:srgbClr val="C7D3E3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315200" y="2781310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EVA 패딩 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5563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재료 예시 이미지 (대화 중 제시분)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401568"/>
            <a:ext cx="4114800" cy="260604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V1 재료(안) 및 원칙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프레임: 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6061-T6 평철·파이프 10~15mm + 마운트 플레이트 3~5T, Π자 구성으로 비틀림 강성 확보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착용부: 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기성 등산배낭 어깨끈·힙벨트 재활용 + 25/38mm 나일론 웨빙·버클, EVA 폼 8~15T·3D 에어메쉬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브래킷: 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PETG/PA-CF 3D 프린팅 → 추후 알루미늄, 체결 M4/M5+Nyloc(모터부 M5)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원칙: 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액추에이터 반력은 강성 프레임→몸통·골반 전달, 힙벨트·스터넘 스트랩 필수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참고: 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ExoskeletonRobotTeleop(GitHub) · 기성 백팩 harness 활용 exoskeleton 연구 · MYOG framed backpack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08192"/>
            <a:ext cx="8092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구매 검색어: </a:t>
            </a: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등산배낭 어깨끈 부자재 · 백팩 힙벨트 · 25mm 나일론 웨빙 · 38mm 웨빙 버클 · 3D 에어메쉬 원단 · EVA 폼 10T · 6061 평철/파이프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5120640" cy="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(20260901) ― 초기 기구 스케치</a:t>
            </a:r>
          </a:p>
        </p:txBody>
      </p:sp>
      <p:pic>
        <p:nvPicPr>
          <p:cNvPr id="3" name="Picture 2" descr="ske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617720" cy="3056930"/>
          </a:xfrm>
          <a:prstGeom prst="rect">
            <a:avLst/>
          </a:prstGeom>
          <a:ln w="9525">
            <a:solidFill>
              <a:srgbClr val="C7D3E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4318802"/>
            <a:ext cx="4617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초기 기구 스케치 (손그림, 2026-09-01)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234440"/>
            <a:ext cx="3429000" cy="342900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스케치 해석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관절 체인(한 팔): J1·J2(어깨 2축) → 상완 길이 조절 → J3(팔꿈치) → J4(전완 축, </a:t>
            </a:r>
            <a:r>
              <a:rPr sz="950" b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회내·회외 추정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) → 전완 길이 조절 → C1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C1 = 인핸드 카메라 마운트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: 사람 시연의 hand-view 영상 데이터 수집용 (컨트롤러 크래들 아님)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VR 컨트롤러는 손으로 직접 파지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(스케치 말단의 형상은 손이 컨트롤러를 쥔 모습)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착용부: 어깨 구조물(등판) + 패딩 어깨끈 + 끈 조절 버클 + 벨트 버클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92040"/>
            <a:ext cx="8183879" cy="132588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조절 구조 (체형 적응)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J1 연동 슬라이드: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어깨 관절 시작 위치를 슬라이드로 조절하고, 어깨끈 시작 위치도 함께 이동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상완·전완 길이 조절 구조: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사용자 체형 대응 + 조절값을 retargeting 캘리브레이션 파라미터로 활용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8183879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설계 고려사항: </a:t>
            </a:r>
            <a:r>
              <a:rPr sz="85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말단 카메라 무게(경량 모듈) · 마운트 강성/진동 · 파지 지점 FOV · 케이블 라우팅 · 영상-관절 데이터 시간 동기화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5120640" cy="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(20260904) ― 상완·전완 링크 길이 조절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상용 텔레스코픽 잠금 방식 (사진 자료)</a:t>
            </a:r>
          </a:p>
        </p:txBody>
      </p:sp>
      <p:pic>
        <p:nvPicPr>
          <p:cNvPr id="4" name="Picture 3" descr="img_sq_snap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03" y="1417320"/>
            <a:ext cx="1458512" cy="1417320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11480" y="2852928"/>
            <a:ext cx="19659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① 사각 튜브 스냅락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Testrite SQLOCK875-1</a:t>
            </a:r>
          </a:p>
        </p:txBody>
      </p:sp>
      <p:pic>
        <p:nvPicPr>
          <p:cNvPr id="6" name="Picture 5" descr="img_lever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507603"/>
            <a:ext cx="1874519" cy="1236752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514600" y="2852928"/>
            <a:ext cx="19659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② 플립락 (L 레버 캠)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Testrite L Lever Lock</a:t>
            </a:r>
          </a:p>
        </p:txBody>
      </p:sp>
      <p:pic>
        <p:nvPicPr>
          <p:cNvPr id="8" name="Picture 7" descr="img_spring_butt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70073"/>
            <a:ext cx="1874519" cy="1311812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617720" y="2852928"/>
            <a:ext cx="19659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③ 스프링 버튼 (푸시핀)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Testrite Spring Button F</a:t>
            </a:r>
          </a:p>
        </p:txBody>
      </p:sp>
      <p:pic>
        <p:nvPicPr>
          <p:cNvPr id="10" name="Picture 9" descr="img_seat_cl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046" y="1417320"/>
            <a:ext cx="1441547" cy="1417320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20840" y="2852928"/>
            <a:ext cx="196596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④ QR 시트클램프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자전거 시트포스트 칼라 31.8mm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401568"/>
          <a:ext cx="4892040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777240"/>
                <a:gridCol w="594360"/>
                <a:gridCol w="2103120"/>
              </a:tblGrid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회전 방지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보유력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사각 튜브 + 스냅락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 형상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조절, 회전 방지 확실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플립락 (캠 레버)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× 없음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원터치, 진동 시 풀림 주의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스프링 버튼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 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홀 간격 인덱싱 → 길이값 재현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QR 시트클램프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× 없음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구하기 쉬움, 무거움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세트스크류/분할 칼라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공구 필요, 튜브 압흔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138928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※ 링크는 관절 축을 잇는 부재 → 회전 유격이 곧 엔코더 오차. 회전 방지·무유격이 선택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401568"/>
            <a:ext cx="3108960" cy="278892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추천 구성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사각 알루미늄 튜브 페어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(예: 20□ 안에 17□) +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스프링 버튼 인덱싱 + 클램프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 유격 제거 (2중 고정)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홀 번호 = 링크 길이 → retargeting 캘리브레이션 파라미터로 직접 입력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상완(모터 반력 큼)은 시트포스트+QR 클램프식, 전완은 경량 사각 튜브식으로 분리 가능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V1 대안: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알루미늄 프로파일 20×20 겹침 + 슬롯 볼트 — 국내 조달 최용이, 회전 방지·강성 확실 (무게↑)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조절 범위(안): 상완 250~350mm, 전완 230~300mm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489204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국내 조달: </a:t>
            </a:r>
            <a:r>
              <a:rPr sz="85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알루미늄 사각파이프 페어(한 치수 차), 조인트나라 높이조절 조인트, 목발·텐트폴용 스프링 버튼 클립, 미스미 파이프 클램프. 해외: Testrite 텔레스코픽 락 세트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5120640" cy="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(20260904) ― 어깨 폭 좌우 연동 조절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15568"/>
            <a:ext cx="44805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개념도: 좌우 나사(LH/RH) 리드스크류 + 리니어 가이드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50008"/>
            <a:ext cx="4297680" cy="201168"/>
          </a:xfrm>
          <a:prstGeom prst="roundRect">
            <a:avLst>
              <a:gd name="adj" fmla="val 30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560320"/>
            <a:ext cx="13716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리니어 가이드 레일 (상단 크로스 부재)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1984248"/>
            <a:ext cx="1874519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7480" y="1984248"/>
            <a:ext cx="1874519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682496"/>
            <a:ext cx="73152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C99A2E"/>
                </a:solidFill>
                <a:latin typeface="맑은 고딕"/>
                <a:ea typeface="맑은 고딕"/>
                <a:cs typeface="맑은 고딕"/>
              </a:rPr>
              <a:t>왼나사 (LH)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82496"/>
            <a:ext cx="77724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오른나사 (RH)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92808"/>
            <a:ext cx="182880" cy="31089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828800"/>
            <a:ext cx="292608" cy="43891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77724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핸들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1773936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7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좌 캐리지</a:t>
            </a:r>
          </a:p>
          <a:p>
            <a:pPr algn="ctr"/>
            <a:r>
              <a:rPr sz="6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너트+J1 마운트
+어깨끈 앵커</a:t>
            </a:r>
          </a:p>
        </p:txBody>
      </p:sp>
      <p:sp>
        <p:nvSpPr>
          <p:cNvPr id="14" name="Oval 13"/>
          <p:cNvSpPr/>
          <p:nvPr/>
        </p:nvSpPr>
        <p:spPr>
          <a:xfrm>
            <a:off x="1417320" y="1435608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773936"/>
            <a:ext cx="6400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7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우 캐리지</a:t>
            </a:r>
          </a:p>
          <a:p>
            <a:pPr algn="ctr"/>
            <a:r>
              <a:rPr sz="6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너트+J1 마운트
+어깨끈 앵커</a:t>
            </a:r>
          </a:p>
        </p:txBody>
      </p:sp>
      <p:sp>
        <p:nvSpPr>
          <p:cNvPr id="16" name="Oval 15"/>
          <p:cNvSpPr/>
          <p:nvPr/>
        </p:nvSpPr>
        <p:spPr>
          <a:xfrm>
            <a:off x="3703320" y="1435608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J1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31520" y="2852928"/>
            <a:ext cx="457200" cy="182880"/>
          </a:xfrm>
          <a:prstGeom prst="left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206240" y="2852928"/>
            <a:ext cx="457200" cy="182880"/>
          </a:xfrm>
          <a:prstGeom prst="right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807208"/>
            <a:ext cx="28346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핸들 1회전 → 두 캐리지가 중심 기준 대칭으로 이동 (±50mm)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115568"/>
            <a:ext cx="3429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핵심 부품 (사진 자료)</a:t>
            </a:r>
          </a:p>
        </p:txBody>
      </p:sp>
      <p:pic>
        <p:nvPicPr>
          <p:cNvPr id="21" name="Picture 20" descr="img_lr_leadscr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36248"/>
            <a:ext cx="1600200" cy="888023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212080" y="2761488"/>
            <a:ext cx="169164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좌우 나사 리드스크류 + 너트 2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Coavoo T10 LH/RH (리드 2mm)</a:t>
            </a:r>
          </a:p>
        </p:txBody>
      </p:sp>
      <p:pic>
        <p:nvPicPr>
          <p:cNvPr id="23" name="Picture 22" descr="img_mgn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035" y="1417320"/>
            <a:ext cx="1223889" cy="1325880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995160" y="2761488"/>
            <a:ext cx="169164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미니 리니어 가이드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MGN12 레일 + MGN12H 블록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29000"/>
            <a:ext cx="4480560" cy="224028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동작 원리와 장점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한 축의 절반은 왼나사, 절반은 오른나사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→ 너트 2개가 반대 방향으로 이동, 손잡이 하나로 좌우 대칭 조절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자기잠금(self-locking)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: 사다리꼴 나사 리드 2mm 1줄이면 브레이크 없이 위치 유지 (T8 리드 8mm 4줄은 역구동되므로 제외)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회전수 = 어깨 폭 → 눈금/카운터로 사용자별 조절값을 캘리브레이션 파라미터로 기록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J1 마운트와 어깨끈 앵커를 같은 캐리지에 얹으면 "어깨끈 시작 위치 동시 이동"이 자동 해결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3429000"/>
            <a:ext cx="3383280" cy="224028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설계 주의점 · 대안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하중 분리: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스크류는 위치 결정만, 모터 반력·팔 하중은 리니어 가이드(레일당 블록 2개)로 프레임에 전달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조절 후 캐리지-레일 클램프 볼트로 유격 제거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조절량: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성인 어깨너비 약 35~45cm → 한쪽 ±50mm, 스크류 길이 ≈ 프레임 폭(400mm 내외)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대안: </a:t>
            </a:r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트윈 랙+피니언(빠르나 별도 잠금 필요), 시저/중심 레버(제작 쉬우나 강성 부족)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82296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부품: </a:t>
            </a:r>
            <a:r>
              <a:rPr sz="85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미스미 30° 사다리꼴 좌우 나사(스트레이트/중앙 H7 단붙이), T8·T10 양방향 리드스크류+황동너트, MGN12 레일·블록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5120640" cy="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마스터 디바이스 설계 (20260904) ― 어깨 폭 조절 대안: 트윈 랙 + 피니언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15568"/>
            <a:ext cx="475488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개념도: 피니언 1개 + 반대편에 물린 랙 2개 (대칭 이동)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4480560" cy="182880"/>
          </a:xfrm>
          <a:prstGeom prst="roundRect">
            <a:avLst>
              <a:gd name="adj" fmla="val 30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209544"/>
            <a:ext cx="13716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리니어 가이드 레일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938528"/>
            <a:ext cx="2377440" cy="11887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40" y="2642616"/>
            <a:ext cx="2377440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1719072"/>
            <a:ext cx="13716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C99A2E"/>
                </a:solidFill>
                <a:latin typeface="맑은 고딕"/>
                <a:ea typeface="맑은 고딕"/>
                <a:cs typeface="맑은 고딕"/>
              </a:rPr>
              <a:t>상단 랙 A → 좌측 캐리지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779776"/>
            <a:ext cx="13716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하단 랙 B → 우측 캐리지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640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좌 캐리지</a:t>
            </a:r>
          </a:p>
          <a:p>
            <a:pPr algn="ctr"/>
            <a:r>
              <a:rPr sz="6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J1 마운트</a:t>
            </a:r>
          </a:p>
          <a:p>
            <a:pPr algn="ctr"/>
            <a:r>
              <a:rPr sz="6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+어깨끈 앵커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1435608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737360"/>
            <a:ext cx="640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우 캐리지</a:t>
            </a:r>
          </a:p>
          <a:p>
            <a:pPr algn="ctr"/>
            <a:r>
              <a:rPr sz="6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J1 마운트</a:t>
            </a:r>
          </a:p>
          <a:p>
            <a:pPr algn="ctr"/>
            <a:r>
              <a:rPr sz="650" b="0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+어깨끈 앵커</a:t>
            </a:r>
          </a:p>
        </p:txBody>
      </p:sp>
      <p:sp>
        <p:nvSpPr>
          <p:cNvPr id="13" name="Oval 12"/>
          <p:cNvSpPr/>
          <p:nvPr/>
        </p:nvSpPr>
        <p:spPr>
          <a:xfrm>
            <a:off x="4434840" y="1435608"/>
            <a:ext cx="274320" cy="2743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J1</a:t>
            </a:r>
          </a:p>
        </p:txBody>
      </p:sp>
      <p:sp>
        <p:nvSpPr>
          <p:cNvPr id="14" name="Circular Arrow 13"/>
          <p:cNvSpPr/>
          <p:nvPr/>
        </p:nvSpPr>
        <p:spPr>
          <a:xfrm>
            <a:off x="2331720" y="1892808"/>
            <a:ext cx="914400" cy="914400"/>
          </a:xfrm>
          <a:prstGeom prst="circular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96312" y="2057400"/>
            <a:ext cx="585216" cy="58521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피니언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502919" y="3474720"/>
            <a:ext cx="457200" cy="182880"/>
          </a:xfrm>
          <a:prstGeom prst="left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617720" y="3474720"/>
            <a:ext cx="457200" cy="182880"/>
          </a:xfrm>
          <a:prstGeom prst="rightArrow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38328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피니언 회전 → 랙 A·B가 반대 방향으로 같은 거리 이동 = 좌우 대칭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44805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C0504D"/>
                </a:solidFill>
                <a:latin typeface="맑은 고딕"/>
                <a:ea typeface="맑은 고딕"/>
                <a:cs typeface="맑은 고딕"/>
              </a:rPr>
              <a:t>※ 자기잠금 없음 → 피니언 축 래칫/디텐트 또는 캐리지 클램프 볼트로 별도 잠금 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115568"/>
            <a:ext cx="32004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핵심 부품 (사진 자료)</a:t>
            </a:r>
          </a:p>
        </p:txBody>
      </p:sp>
      <p:pic>
        <p:nvPicPr>
          <p:cNvPr id="21" name="Picture 20" descr="img_rack_pi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18" y="1417320"/>
            <a:ext cx="1844762" cy="1828800"/>
          </a:xfrm>
          <a:prstGeom prst="rect">
            <a:avLst/>
          </a:prstGeom>
          <a:ln w="6350">
            <a:solidFill>
              <a:srgbClr val="C7D3E3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577840" y="3264408"/>
            <a:ext cx="30175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스퍼 랙 + 피니언 기어 (모듈 1)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HARFINGTON 1Mod 10×10×500 랙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160520"/>
          <a:ext cx="47548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783080"/>
                <a:gridCol w="173736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트윈 랙+피니언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좌우 나사 리드스크류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조절 속도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빠름 (1회 조작)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느림 (회전)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자기잠금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× 별도 잠금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 리드 2mm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백래시/유격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치면 백래시 있음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작음 (예압 가능)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조절값 기록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피니언 각도/눈금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회전수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제작·조달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2 + 기어 1, 3D 출력 가능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좌우나사 + 너트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486400" y="3749039"/>
            <a:ext cx="3154680" cy="205740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54864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특징 · 잠금 · 적용 사례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장점: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당기기·밀기 한 번에 전 범위 조절, 대칭 보장, 구조 단순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단점: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자기잠금 없음, 백래시, 모터 반력이 걸리면 치면에 하중 집중 → 잠금+가이드 필수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잠금 방식: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피니언 축 래칫/디텐트, 캐리지-레일 클램프, 피니언을 웜기어로 구동하면 자기잠금 확보(=리드스크류와 유사)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90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사례: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차량용 자동 클램프 폰 거치대, 센터링 바이스·평행 그리퍼, 카메라 센터링 클램프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79008"/>
            <a:ext cx="47548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부품: </a:t>
            </a:r>
            <a:r>
              <a:rPr sz="850" b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모듈 1 스퍼 랙(10×10) 2개 + 피니언 20T, 미스미 랙기어·스퍼기어. 결론(현재): 세션당 1회 조절·고정 용도에는 리드스크류가 우선, 빠른 교체가 중요해지면 재검토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778</Words>
  <Application>Microsoft Office PowerPoint</Application>
  <PresentationFormat>화면 슬라이드 쇼(4:3)</PresentationFormat>
  <Paragraphs>102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나눔고딕 ExtraBold</vt:lpstr>
      <vt:lpstr>나눔바른고딕</vt:lpstr>
      <vt:lpstr>맑은 고딕</vt:lpstr>
      <vt:lpstr>Aptos</vt:lpstr>
      <vt:lpstr>Arial</vt:lpstr>
      <vt:lpstr>Office 테마</vt:lpstr>
      <vt:lpstr>PowerPoint 프레젠테이션</vt:lpstr>
      <vt:lpstr>마스터 디바이스 설계 (20260901) ― 참고 장치: ROBOTIS FFW-LG2 리더</vt:lpstr>
      <vt:lpstr>마스터 디바이스 설계 (20260901) ― 설계 방향(안): 하이브리드 리더 구조</vt:lpstr>
      <vt:lpstr>마스터 디바이스 설계 (20260901) ― 힘 피드백 모터 배치</vt:lpstr>
      <vt:lpstr>마스터 디바이스 설계 (20260901) ― 백팩형 프레임 구조·재료(안)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봉섭 송</dc:creator>
  <cp:lastModifiedBy>송봉섭</cp:lastModifiedBy>
  <cp:revision>1</cp:revision>
  <dcterms:created xsi:type="dcterms:W3CDTF">2025-07-25T03:05:58Z</dcterms:created>
  <dcterms:modified xsi:type="dcterms:W3CDTF">2026-09-01T05:59:19Z</dcterms:modified>
</cp:coreProperties>
</file>